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
  </p:sldMasterIdLst>
  <p:notesMasterIdLst>
    <p:notesMasterId r:id="rId11"/>
  </p:notesMasterIdLst>
  <p:handoutMasterIdLst>
    <p:handoutMasterId r:id="rId12"/>
  </p:handoutMasterIdLst>
  <p:sldIdLst>
    <p:sldId id="257" r:id="rId3"/>
    <p:sldId id="261" r:id="rId4"/>
    <p:sldId id="258" r:id="rId5"/>
    <p:sldId id="262" r:id="rId6"/>
    <p:sldId id="271" r:id="rId7"/>
    <p:sldId id="272" r:id="rId8"/>
    <p:sldId id="273" r:id="rId9"/>
    <p:sldId id="274" r:id="rId10"/>
  </p:sldIdLst>
  <p:sldSz cx="12188825" cy="6858000"/>
  <p:notesSz cx="6858000" cy="9144000"/>
  <p:defaultTextStyle>
    <a:defPPr>
      <a:defRPr lang="en-US"/>
    </a:defPPr>
    <a:lvl1pPr marL="0" algn="l" defTabSz="1042965" rtl="0" eaLnBrk="1" latinLnBrk="0" hangingPunct="1">
      <a:defRPr sz="2100" kern="1200">
        <a:solidFill>
          <a:schemeClr val="tx1"/>
        </a:solidFill>
        <a:latin typeface="+mn-lt"/>
        <a:ea typeface="+mn-ea"/>
        <a:cs typeface="+mn-cs"/>
      </a:defRPr>
    </a:lvl1pPr>
    <a:lvl2pPr marL="521482" algn="l" defTabSz="1042965" rtl="0" eaLnBrk="1" latinLnBrk="0" hangingPunct="1">
      <a:defRPr sz="2100" kern="1200">
        <a:solidFill>
          <a:schemeClr val="tx1"/>
        </a:solidFill>
        <a:latin typeface="+mn-lt"/>
        <a:ea typeface="+mn-ea"/>
        <a:cs typeface="+mn-cs"/>
      </a:defRPr>
    </a:lvl2pPr>
    <a:lvl3pPr marL="1042965" algn="l" defTabSz="1042965" rtl="0" eaLnBrk="1" latinLnBrk="0" hangingPunct="1">
      <a:defRPr sz="2100" kern="1200">
        <a:solidFill>
          <a:schemeClr val="tx1"/>
        </a:solidFill>
        <a:latin typeface="+mn-lt"/>
        <a:ea typeface="+mn-ea"/>
        <a:cs typeface="+mn-cs"/>
      </a:defRPr>
    </a:lvl3pPr>
    <a:lvl4pPr marL="1564447" algn="l" defTabSz="1042965" rtl="0" eaLnBrk="1" latinLnBrk="0" hangingPunct="1">
      <a:defRPr sz="2100" kern="1200">
        <a:solidFill>
          <a:schemeClr val="tx1"/>
        </a:solidFill>
        <a:latin typeface="+mn-lt"/>
        <a:ea typeface="+mn-ea"/>
        <a:cs typeface="+mn-cs"/>
      </a:defRPr>
    </a:lvl4pPr>
    <a:lvl5pPr marL="2085929" algn="l" defTabSz="1042965" rtl="0" eaLnBrk="1" latinLnBrk="0" hangingPunct="1">
      <a:defRPr sz="2100" kern="1200">
        <a:solidFill>
          <a:schemeClr val="tx1"/>
        </a:solidFill>
        <a:latin typeface="+mn-lt"/>
        <a:ea typeface="+mn-ea"/>
        <a:cs typeface="+mn-cs"/>
      </a:defRPr>
    </a:lvl5pPr>
    <a:lvl6pPr marL="2607412" algn="l" defTabSz="1042965" rtl="0" eaLnBrk="1" latinLnBrk="0" hangingPunct="1">
      <a:defRPr sz="2100" kern="1200">
        <a:solidFill>
          <a:schemeClr val="tx1"/>
        </a:solidFill>
        <a:latin typeface="+mn-lt"/>
        <a:ea typeface="+mn-ea"/>
        <a:cs typeface="+mn-cs"/>
      </a:defRPr>
    </a:lvl6pPr>
    <a:lvl7pPr marL="3128894" algn="l" defTabSz="1042965" rtl="0" eaLnBrk="1" latinLnBrk="0" hangingPunct="1">
      <a:defRPr sz="2100" kern="1200">
        <a:solidFill>
          <a:schemeClr val="tx1"/>
        </a:solidFill>
        <a:latin typeface="+mn-lt"/>
        <a:ea typeface="+mn-ea"/>
        <a:cs typeface="+mn-cs"/>
      </a:defRPr>
    </a:lvl7pPr>
    <a:lvl8pPr marL="3650376" algn="l" defTabSz="1042965" rtl="0" eaLnBrk="1" latinLnBrk="0" hangingPunct="1">
      <a:defRPr sz="2100" kern="1200">
        <a:solidFill>
          <a:schemeClr val="tx1"/>
        </a:solidFill>
        <a:latin typeface="+mn-lt"/>
        <a:ea typeface="+mn-ea"/>
        <a:cs typeface="+mn-cs"/>
      </a:defRPr>
    </a:lvl8pPr>
    <a:lvl9pPr marL="4171859" algn="l" defTabSz="1042965"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E2D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14"/>
    <p:restoredTop sz="94729"/>
  </p:normalViewPr>
  <p:slideViewPr>
    <p:cSldViewPr>
      <p:cViewPr varScale="1">
        <p:scale>
          <a:sx n="112" d="100"/>
          <a:sy n="112" d="100"/>
        </p:scale>
        <p:origin x="648" y="184"/>
      </p:cViewPr>
      <p:guideLst>
        <p:guide orient="horz" pos="2160"/>
        <p:guide pos="3840"/>
      </p:guideLst>
    </p:cSldViewPr>
  </p:slideViewPr>
  <p:notesTextViewPr>
    <p:cViewPr>
      <p:scale>
        <a:sx n="100" d="100"/>
        <a:sy n="100" d="100"/>
      </p:scale>
      <p:origin x="0" y="0"/>
    </p:cViewPr>
  </p:notesTextViewPr>
  <p:notesViewPr>
    <p:cSldViewPr>
      <p:cViewPr varScale="1">
        <p:scale>
          <a:sx n="48" d="100"/>
          <a:sy n="48" d="100"/>
        </p:scale>
        <p:origin x="-870"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handoutMaster" Target="handoutMasters/handoutMaster1.xml"/><Relationship Id="rId2" Type="http://schemas.openxmlformats.org/officeDocument/2006/relationships/slideMaster" Target="slideMasters/slideMaster1.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a:t>Topic</a:t>
            </a: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4545A46-BDE5-415F-9722-A2E34A662A03}" type="datetimeFigureOut">
              <a:rPr lang="en-US" smtClean="0"/>
              <a:pPr/>
              <a:t>5/12/26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a:t>zeeeeee</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ECA5B62-4231-4B43-82D0-0B8A729131F2}" type="slidenum">
              <a:rPr lang="en-US" smtClean="0"/>
              <a:pPr/>
              <a:t>‹N°›</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a:t>Topic</a:t>
            </a: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A95175-25BD-4F90-B92B-B63A37A8E00E}" type="datetimeFigureOut">
              <a:rPr lang="en-US" smtClean="0"/>
              <a:pPr/>
              <a:t>5/12/26</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US"/>
              <a:t>zeeeeee</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275BE82-C445-4E30-869A-864304ECDDC2}" type="slidenum">
              <a:rPr lang="en-US" smtClean="0"/>
              <a:pPr/>
              <a:t>‹N°›</a:t>
            </a:fld>
            <a:endParaRPr lang="en-US"/>
          </a:p>
        </p:txBody>
      </p:sp>
    </p:spTree>
  </p:cSld>
  <p:clrMap bg1="lt1" tx1="dk1" bg2="lt2" tx2="dk2" accent1="accent1" accent2="accent2" accent3="accent3" accent4="accent4" accent5="accent5" accent6="accent6" hlink="hlink" folHlink="folHlink"/>
  <p:hf dt="0"/>
  <p:notesStyle>
    <a:lvl1pPr marL="0" algn="l" defTabSz="1042965" rtl="0" eaLnBrk="1" latinLnBrk="0" hangingPunct="1">
      <a:defRPr sz="1400" kern="1200">
        <a:solidFill>
          <a:schemeClr val="tx1"/>
        </a:solidFill>
        <a:latin typeface="+mn-lt"/>
        <a:ea typeface="+mn-ea"/>
        <a:cs typeface="+mn-cs"/>
      </a:defRPr>
    </a:lvl1pPr>
    <a:lvl2pPr marL="521482" algn="l" defTabSz="1042965" rtl="0" eaLnBrk="1" latinLnBrk="0" hangingPunct="1">
      <a:defRPr sz="1400" kern="1200">
        <a:solidFill>
          <a:schemeClr val="tx1"/>
        </a:solidFill>
        <a:latin typeface="+mn-lt"/>
        <a:ea typeface="+mn-ea"/>
        <a:cs typeface="+mn-cs"/>
      </a:defRPr>
    </a:lvl2pPr>
    <a:lvl3pPr marL="1042965" algn="l" defTabSz="1042965" rtl="0" eaLnBrk="1" latinLnBrk="0" hangingPunct="1">
      <a:defRPr sz="1400" kern="1200">
        <a:solidFill>
          <a:schemeClr val="tx1"/>
        </a:solidFill>
        <a:latin typeface="+mn-lt"/>
        <a:ea typeface="+mn-ea"/>
        <a:cs typeface="+mn-cs"/>
      </a:defRPr>
    </a:lvl3pPr>
    <a:lvl4pPr marL="1564447" algn="l" defTabSz="1042965" rtl="0" eaLnBrk="1" latinLnBrk="0" hangingPunct="1">
      <a:defRPr sz="1400" kern="1200">
        <a:solidFill>
          <a:schemeClr val="tx1"/>
        </a:solidFill>
        <a:latin typeface="+mn-lt"/>
        <a:ea typeface="+mn-ea"/>
        <a:cs typeface="+mn-cs"/>
      </a:defRPr>
    </a:lvl4pPr>
    <a:lvl5pPr marL="2085929" algn="l" defTabSz="1042965" rtl="0" eaLnBrk="1" latinLnBrk="0" hangingPunct="1">
      <a:defRPr sz="1400" kern="1200">
        <a:solidFill>
          <a:schemeClr val="tx1"/>
        </a:solidFill>
        <a:latin typeface="+mn-lt"/>
        <a:ea typeface="+mn-ea"/>
        <a:cs typeface="+mn-cs"/>
      </a:defRPr>
    </a:lvl5pPr>
    <a:lvl6pPr marL="2607412" algn="l" defTabSz="1042965" rtl="0" eaLnBrk="1" latinLnBrk="0" hangingPunct="1">
      <a:defRPr sz="1400" kern="1200">
        <a:solidFill>
          <a:schemeClr val="tx1"/>
        </a:solidFill>
        <a:latin typeface="+mn-lt"/>
        <a:ea typeface="+mn-ea"/>
        <a:cs typeface="+mn-cs"/>
      </a:defRPr>
    </a:lvl6pPr>
    <a:lvl7pPr marL="3128894" algn="l" defTabSz="1042965" rtl="0" eaLnBrk="1" latinLnBrk="0" hangingPunct="1">
      <a:defRPr sz="1400" kern="1200">
        <a:solidFill>
          <a:schemeClr val="tx1"/>
        </a:solidFill>
        <a:latin typeface="+mn-lt"/>
        <a:ea typeface="+mn-ea"/>
        <a:cs typeface="+mn-cs"/>
      </a:defRPr>
    </a:lvl7pPr>
    <a:lvl8pPr marL="3650376" algn="l" defTabSz="1042965" rtl="0" eaLnBrk="1" latinLnBrk="0" hangingPunct="1">
      <a:defRPr sz="1400" kern="1200">
        <a:solidFill>
          <a:schemeClr val="tx1"/>
        </a:solidFill>
        <a:latin typeface="+mn-lt"/>
        <a:ea typeface="+mn-ea"/>
        <a:cs typeface="+mn-cs"/>
      </a:defRPr>
    </a:lvl8pPr>
    <a:lvl9pPr marL="4171859" algn="l" defTabSz="1042965" rtl="0" eaLnBrk="1" latinLnBrk="0" hangingPunct="1">
      <a:defRPr sz="14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customXml" Target="../../customXml/item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026" name="Picture 2"/>
          <p:cNvPicPr>
            <a:picLocks noChangeAspect="1" noChangeArrowheads="1"/>
          </p:cNvPicPr>
          <p:nvPr userDrawn="1"/>
        </p:nvPicPr>
        <p:blipFill>
          <a:blip r:embed="rId3" cstate="print"/>
          <a:srcRect/>
          <a:stretch>
            <a:fillRect/>
          </a:stretch>
        </p:blipFill>
        <p:spPr bwMode="auto">
          <a:xfrm>
            <a:off x="0" y="0"/>
            <a:ext cx="12197953" cy="6858000"/>
          </a:xfrm>
          <a:prstGeom prst="rect">
            <a:avLst/>
          </a:prstGeom>
          <a:noFill/>
          <a:ln w="9525">
            <a:noFill/>
            <a:miter lim="800000"/>
            <a:headEnd/>
            <a:tailEnd/>
          </a:ln>
        </p:spPr>
      </p:pic>
      <p:sp>
        <p:nvSpPr>
          <p:cNvPr id="3" name="Subtitle 2"/>
          <p:cNvSpPr>
            <a:spLocks noGrp="1"/>
          </p:cNvSpPr>
          <p:nvPr>
            <p:ph type="subTitle" idx="1" hasCustomPrompt="1"/>
            <p:custDataLst>
              <p:custData r:id="rId1"/>
            </p:custDataLst>
          </p:nvPr>
        </p:nvSpPr>
        <p:spPr>
          <a:xfrm>
            <a:off x="912812" y="4495800"/>
            <a:ext cx="8458200" cy="1066800"/>
          </a:xfrm>
        </p:spPr>
        <p:txBody>
          <a:bodyPr>
            <a:normAutofit/>
          </a:bodyPr>
          <a:lstStyle>
            <a:lvl1pPr marL="0" indent="0" algn="l">
              <a:buNone/>
              <a:defRPr sz="2200" baseline="0">
                <a:solidFill>
                  <a:schemeClr val="tx1"/>
                </a:solidFill>
              </a:defRPr>
            </a:lvl1pPr>
            <a:lvl2pPr marL="521482" indent="0" algn="ctr">
              <a:buNone/>
              <a:defRPr>
                <a:solidFill>
                  <a:schemeClr val="tx1">
                    <a:tint val="75000"/>
                  </a:schemeClr>
                </a:solidFill>
              </a:defRPr>
            </a:lvl2pPr>
            <a:lvl3pPr marL="1042965" indent="0" algn="ctr">
              <a:buNone/>
              <a:defRPr>
                <a:solidFill>
                  <a:schemeClr val="tx1">
                    <a:tint val="75000"/>
                  </a:schemeClr>
                </a:solidFill>
              </a:defRPr>
            </a:lvl3pPr>
            <a:lvl4pPr marL="1564447" indent="0" algn="ctr">
              <a:buNone/>
              <a:defRPr>
                <a:solidFill>
                  <a:schemeClr val="tx1">
                    <a:tint val="75000"/>
                  </a:schemeClr>
                </a:solidFill>
              </a:defRPr>
            </a:lvl4pPr>
            <a:lvl5pPr marL="2085929" indent="0" algn="ctr">
              <a:buNone/>
              <a:defRPr>
                <a:solidFill>
                  <a:schemeClr val="tx1">
                    <a:tint val="75000"/>
                  </a:schemeClr>
                </a:solidFill>
              </a:defRPr>
            </a:lvl5pPr>
            <a:lvl6pPr marL="2607412" indent="0" algn="ctr">
              <a:buNone/>
              <a:defRPr>
                <a:solidFill>
                  <a:schemeClr val="tx1">
                    <a:tint val="75000"/>
                  </a:schemeClr>
                </a:solidFill>
              </a:defRPr>
            </a:lvl6pPr>
            <a:lvl7pPr marL="3128894" indent="0" algn="ctr">
              <a:buNone/>
              <a:defRPr>
                <a:solidFill>
                  <a:schemeClr val="tx1">
                    <a:tint val="75000"/>
                  </a:schemeClr>
                </a:solidFill>
              </a:defRPr>
            </a:lvl7pPr>
            <a:lvl8pPr marL="3650376" indent="0" algn="ctr">
              <a:buNone/>
              <a:defRPr>
                <a:solidFill>
                  <a:schemeClr val="tx1">
                    <a:tint val="75000"/>
                  </a:schemeClr>
                </a:solidFill>
              </a:defRPr>
            </a:lvl8pPr>
            <a:lvl9pPr marL="4171859" indent="0" algn="ctr">
              <a:buNone/>
              <a:defRPr>
                <a:solidFill>
                  <a:schemeClr val="tx1">
                    <a:tint val="75000"/>
                  </a:schemeClr>
                </a:solidFill>
              </a:defRPr>
            </a:lvl9pPr>
          </a:lstStyle>
          <a:p>
            <a:r>
              <a:rPr lang="en-US" dirty="0"/>
              <a:t>Subtitle 20 pt</a:t>
            </a:r>
          </a:p>
        </p:txBody>
      </p:sp>
      <p:cxnSp>
        <p:nvCxnSpPr>
          <p:cNvPr id="10" name="Straight Connector 9">
            <a:extLst>
              <a:ext uri="{FF2B5EF4-FFF2-40B4-BE49-F238E27FC236}">
                <a16:creationId xmlns:a16="http://schemas.microsoft.com/office/drawing/2014/main" id="{AB235920-EBA7-1044-AF40-A268EBD25FF0}"/>
              </a:ext>
            </a:extLst>
          </p:cNvPr>
          <p:cNvCxnSpPr>
            <a:cxnSpLocks/>
          </p:cNvCxnSpPr>
          <p:nvPr userDrawn="1"/>
        </p:nvCxnSpPr>
        <p:spPr>
          <a:xfrm>
            <a:off x="8642581" y="962173"/>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5C1FF17-DEC7-734B-9602-4B51F245705F}"/>
              </a:ext>
            </a:extLst>
          </p:cNvPr>
          <p:cNvCxnSpPr>
            <a:cxnSpLocks/>
          </p:cNvCxnSpPr>
          <p:nvPr userDrawn="1"/>
        </p:nvCxnSpPr>
        <p:spPr>
          <a:xfrm>
            <a:off x="11179047" y="962173"/>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5" name="Text Placeholder 2"/>
          <p:cNvSpPr>
            <a:spLocks noGrp="1"/>
          </p:cNvSpPr>
          <p:nvPr>
            <p:ph type="body" idx="13" hasCustomPrompt="1"/>
          </p:nvPr>
        </p:nvSpPr>
        <p:spPr>
          <a:xfrm>
            <a:off x="8614692" y="990600"/>
            <a:ext cx="2582421" cy="661987"/>
          </a:xfrm>
        </p:spPr>
        <p:txBody>
          <a:bodyPr anchor="b">
            <a:normAutofit/>
          </a:bodyPr>
          <a:lstStyle>
            <a:lvl1pPr marL="0" indent="0">
              <a:buNone/>
              <a:defRPr sz="2000">
                <a:solidFill>
                  <a:schemeClr val="tx1"/>
                </a:solidFill>
              </a:defRPr>
            </a:lvl1pPr>
            <a:lvl2pPr marL="521482" indent="0">
              <a:buNone/>
              <a:defRPr sz="2100">
                <a:solidFill>
                  <a:schemeClr val="tx1">
                    <a:tint val="75000"/>
                  </a:schemeClr>
                </a:solidFill>
              </a:defRPr>
            </a:lvl2pPr>
            <a:lvl3pPr marL="1042965" indent="0">
              <a:buNone/>
              <a:defRPr sz="1800">
                <a:solidFill>
                  <a:schemeClr val="tx1">
                    <a:tint val="75000"/>
                  </a:schemeClr>
                </a:solidFill>
              </a:defRPr>
            </a:lvl3pPr>
            <a:lvl4pPr marL="1564447" indent="0">
              <a:buNone/>
              <a:defRPr sz="1600">
                <a:solidFill>
                  <a:schemeClr val="tx1">
                    <a:tint val="75000"/>
                  </a:schemeClr>
                </a:solidFill>
              </a:defRPr>
            </a:lvl4pPr>
            <a:lvl5pPr marL="2085929" indent="0">
              <a:buNone/>
              <a:defRPr sz="1600">
                <a:solidFill>
                  <a:schemeClr val="tx1">
                    <a:tint val="75000"/>
                  </a:schemeClr>
                </a:solidFill>
              </a:defRPr>
            </a:lvl5pPr>
            <a:lvl6pPr marL="2607412" indent="0">
              <a:buNone/>
              <a:defRPr sz="1600">
                <a:solidFill>
                  <a:schemeClr val="tx1">
                    <a:tint val="75000"/>
                  </a:schemeClr>
                </a:solidFill>
              </a:defRPr>
            </a:lvl6pPr>
            <a:lvl7pPr marL="3128894" indent="0">
              <a:buNone/>
              <a:defRPr sz="1600">
                <a:solidFill>
                  <a:schemeClr val="tx1">
                    <a:tint val="75000"/>
                  </a:schemeClr>
                </a:solidFill>
              </a:defRPr>
            </a:lvl7pPr>
            <a:lvl8pPr marL="3650376" indent="0">
              <a:buNone/>
              <a:defRPr sz="1600">
                <a:solidFill>
                  <a:schemeClr val="tx1">
                    <a:tint val="75000"/>
                  </a:schemeClr>
                </a:solidFill>
              </a:defRPr>
            </a:lvl8pPr>
            <a:lvl9pPr marL="4171859" indent="0">
              <a:buNone/>
              <a:defRPr sz="1600">
                <a:solidFill>
                  <a:schemeClr val="tx1">
                    <a:tint val="75000"/>
                  </a:schemeClr>
                </a:solidFill>
              </a:defRPr>
            </a:lvl9pPr>
          </a:lstStyle>
          <a:p>
            <a:pPr lvl="0"/>
            <a:r>
              <a:rPr lang="en-US" dirty="0"/>
              <a:t>Date 20 pt</a:t>
            </a:r>
          </a:p>
        </p:txBody>
      </p:sp>
      <p:sp>
        <p:nvSpPr>
          <p:cNvPr id="9" name="Date Placeholder 3"/>
          <p:cNvSpPr>
            <a:spLocks noGrp="1"/>
          </p:cNvSpPr>
          <p:nvPr>
            <p:ph type="dt" sz="half" idx="14"/>
          </p:nvPr>
        </p:nvSpPr>
        <p:spPr>
          <a:xfrm>
            <a:off x="912812" y="1752600"/>
            <a:ext cx="8458200" cy="2590800"/>
          </a:xfrm>
          <a:prstGeom prst="rect">
            <a:avLst/>
          </a:prstGeom>
        </p:spPr>
        <p:txBody>
          <a:bodyPr vert="horz" lIns="104296" tIns="52148" rIns="104296" bIns="52148" rtlCol="0" anchor="ctr"/>
          <a:lstStyle>
            <a:lvl1pPr algn="l">
              <a:defRPr sz="4300" b="1">
                <a:solidFill>
                  <a:srgbClr val="0E2D69"/>
                </a:solidFill>
              </a:defRPr>
            </a:lvl1pPr>
          </a:lstStyle>
          <a:p>
            <a:r>
              <a:rPr lang="en-US"/>
              <a:t>The Impact of COVID-19 Restrictions on the Employment of Workers with Disabilities</a:t>
            </a:r>
            <a:endParaRPr lang="en-US" dirty="0"/>
          </a:p>
        </p:txBody>
      </p:sp>
      <p:pic>
        <p:nvPicPr>
          <p:cNvPr id="8" name="Picture 7" descr="A blue circle with white text&#10;&#10;Description automatically generated with low confidence">
            <a:extLst>
              <a:ext uri="{FF2B5EF4-FFF2-40B4-BE49-F238E27FC236}">
                <a16:creationId xmlns:a16="http://schemas.microsoft.com/office/drawing/2014/main" id="{A2275A89-4F20-A34B-9724-B7FE29F058AD}"/>
              </a:ext>
            </a:extLst>
          </p:cNvPr>
          <p:cNvPicPr>
            <a:picLocks noChangeAspect="1"/>
          </p:cNvPicPr>
          <p:nvPr userDrawn="1"/>
        </p:nvPicPr>
        <p:blipFill>
          <a:blip r:embed="rId4" cstate="print"/>
          <a:stretch>
            <a:fillRect/>
          </a:stretch>
        </p:blipFill>
        <p:spPr>
          <a:xfrm>
            <a:off x="909836" y="836712"/>
            <a:ext cx="886499" cy="886499"/>
          </a:xfrm>
          <a:prstGeom prst="rect">
            <a:avLst/>
          </a:prstGeom>
        </p:spPr>
      </p:pic>
      <p:cxnSp>
        <p:nvCxnSpPr>
          <p:cNvPr id="12" name="Straight Connector 11">
            <a:extLst>
              <a:ext uri="{FF2B5EF4-FFF2-40B4-BE49-F238E27FC236}">
                <a16:creationId xmlns:a16="http://schemas.microsoft.com/office/drawing/2014/main" id="{C5C1FF17-DEC7-734B-9602-4B51F245705F}"/>
              </a:ext>
            </a:extLst>
          </p:cNvPr>
          <p:cNvCxnSpPr>
            <a:cxnSpLocks/>
          </p:cNvCxnSpPr>
          <p:nvPr userDrawn="1"/>
        </p:nvCxnSpPr>
        <p:spPr>
          <a:xfrm>
            <a:off x="5518348" y="980728"/>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userDrawn="1"/>
        </p:nvSpPr>
        <p:spPr>
          <a:xfrm>
            <a:off x="5950396" y="908720"/>
            <a:ext cx="2592288" cy="415498"/>
          </a:xfrm>
          <a:prstGeom prst="rect">
            <a:avLst/>
          </a:prstGeom>
          <a:noFill/>
        </p:spPr>
        <p:txBody>
          <a:bodyPr wrap="square" rtlCol="0">
            <a:spAutoFit/>
          </a:bodyPr>
          <a:lstStyle/>
          <a:p>
            <a:endParaRPr lang="en-US" dirty="0"/>
          </a:p>
        </p:txBody>
      </p:sp>
      <p:sp>
        <p:nvSpPr>
          <p:cNvPr id="21" name="TextBox 20"/>
          <p:cNvSpPr txBox="1"/>
          <p:nvPr userDrawn="1"/>
        </p:nvSpPr>
        <p:spPr>
          <a:xfrm>
            <a:off x="1989956" y="1196752"/>
            <a:ext cx="3816424" cy="338554"/>
          </a:xfrm>
          <a:prstGeom prst="rect">
            <a:avLst/>
          </a:prstGeom>
          <a:noFill/>
        </p:spPr>
        <p:txBody>
          <a:bodyPr wrap="square" rtlCol="0">
            <a:spAutoFit/>
          </a:bodyPr>
          <a:lstStyle/>
          <a:p>
            <a:r>
              <a:rPr lang="en-CA" sz="1600" dirty="0"/>
              <a:t>Faculty of social</a:t>
            </a:r>
            <a:r>
              <a:rPr lang="en-CA" sz="1600" baseline="0" dirty="0"/>
              <a:t> sciences</a:t>
            </a:r>
            <a:endParaRPr lang="en-US" sz="1600" dirty="0"/>
          </a:p>
        </p:txBody>
      </p:sp>
      <p:sp>
        <p:nvSpPr>
          <p:cNvPr id="23" name="TextBox 22"/>
          <p:cNvSpPr txBox="1"/>
          <p:nvPr userDrawn="1"/>
        </p:nvSpPr>
        <p:spPr>
          <a:xfrm>
            <a:off x="5590356" y="1196752"/>
            <a:ext cx="3168352" cy="338554"/>
          </a:xfrm>
          <a:prstGeom prst="rect">
            <a:avLst/>
          </a:prstGeom>
          <a:noFill/>
        </p:spPr>
        <p:txBody>
          <a:bodyPr wrap="square" rtlCol="0">
            <a:spAutoFit/>
          </a:bodyPr>
          <a:lstStyle/>
          <a:p>
            <a:r>
              <a:rPr lang="en-CA" sz="1600" dirty="0"/>
              <a:t>Population and Development</a:t>
            </a:r>
            <a:endParaRPr lang="en-US" sz="160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2050" name="Picture 2"/>
          <p:cNvPicPr>
            <a:picLocks noChangeAspect="1" noChangeArrowheads="1"/>
          </p:cNvPicPr>
          <p:nvPr userDrawn="1"/>
        </p:nvPicPr>
        <p:blipFill>
          <a:blip r:embed="rId2" cstate="print"/>
          <a:srcRect/>
          <a:stretch>
            <a:fillRect/>
          </a:stretch>
        </p:blipFill>
        <p:spPr bwMode="auto">
          <a:xfrm>
            <a:off x="-1" y="0"/>
            <a:ext cx="12197953" cy="6858000"/>
          </a:xfrm>
          <a:prstGeom prst="rect">
            <a:avLst/>
          </a:prstGeom>
          <a:noFill/>
          <a:ln w="9525">
            <a:noFill/>
            <a:miter lim="800000"/>
            <a:headEnd/>
            <a:tailEnd/>
          </a:ln>
        </p:spPr>
      </p:pic>
      <p:cxnSp>
        <p:nvCxnSpPr>
          <p:cNvPr id="8" name="Straight Connector 7">
            <a:extLst>
              <a:ext uri="{FF2B5EF4-FFF2-40B4-BE49-F238E27FC236}">
                <a16:creationId xmlns:a16="http://schemas.microsoft.com/office/drawing/2014/main" id="{62E2D9CC-0CF4-324B-BFF1-AC830802DEEB}"/>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571D10A-0DDC-9847-BD1B-712A3C9F3055}"/>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25" name="Text Placeholder 3"/>
          <p:cNvSpPr>
            <a:spLocks noGrp="1"/>
          </p:cNvSpPr>
          <p:nvPr>
            <p:ph type="body" sz="half" idx="2" hasCustomPrompt="1"/>
          </p:nvPr>
        </p:nvSpPr>
        <p:spPr>
          <a:xfrm>
            <a:off x="608012" y="1371600"/>
            <a:ext cx="5181600" cy="1066800"/>
          </a:xfrm>
        </p:spPr>
        <p:txBody>
          <a:bodyPr anchor="ctr">
            <a:noAutofit/>
          </a:bodyPr>
          <a:lstStyle>
            <a:lvl1pPr marL="0" indent="0">
              <a:buNone/>
              <a:defRPr sz="4000" b="1">
                <a:solidFill>
                  <a:srgbClr val="0E2D69"/>
                </a:solidFill>
              </a:defRPr>
            </a:lvl1pPr>
            <a:lvl2pPr marL="521482" indent="0">
              <a:buNone/>
              <a:defRPr sz="1400"/>
            </a:lvl2pPr>
            <a:lvl3pPr marL="1042965" indent="0">
              <a:buNone/>
              <a:defRPr sz="1100"/>
            </a:lvl3pPr>
            <a:lvl4pPr marL="1564447" indent="0">
              <a:buNone/>
              <a:defRPr sz="1000"/>
            </a:lvl4pPr>
            <a:lvl5pPr marL="2085929" indent="0">
              <a:buNone/>
              <a:defRPr sz="1000"/>
            </a:lvl5pPr>
            <a:lvl6pPr marL="2607412" indent="0">
              <a:buNone/>
              <a:defRPr sz="1000"/>
            </a:lvl6pPr>
            <a:lvl7pPr marL="3128894" indent="0">
              <a:buNone/>
              <a:defRPr sz="1000"/>
            </a:lvl7pPr>
            <a:lvl8pPr marL="3650376" indent="0">
              <a:buNone/>
              <a:defRPr sz="1000"/>
            </a:lvl8pPr>
            <a:lvl9pPr marL="4171859" indent="0">
              <a:buNone/>
              <a:defRPr sz="1000"/>
            </a:lvl9pPr>
          </a:lstStyle>
          <a:p>
            <a:pPr lvl="0"/>
            <a:r>
              <a:rPr lang="en-CA" dirty="0"/>
              <a:t>Two-three rows for title 40 pt</a:t>
            </a:r>
            <a:endParaRPr lang="en-US" dirty="0"/>
          </a:p>
        </p:txBody>
      </p:sp>
      <p:sp>
        <p:nvSpPr>
          <p:cNvPr id="28" name="Content Placeholder 27"/>
          <p:cNvSpPr>
            <a:spLocks noGrp="1"/>
          </p:cNvSpPr>
          <p:nvPr>
            <p:ph sz="quarter" idx="13"/>
          </p:nvPr>
        </p:nvSpPr>
        <p:spPr>
          <a:xfrm>
            <a:off x="303212" y="2514600"/>
            <a:ext cx="11277601" cy="3657600"/>
          </a:xfrm>
        </p:spPr>
        <p:txBody>
          <a:bodyPr numCol="3">
            <a:normAutofit/>
          </a:bodyPr>
          <a:lstStyle>
            <a:lvl1pPr marL="233363" indent="0">
              <a:buClr>
                <a:schemeClr val="accent6"/>
              </a:buClr>
              <a:buFont typeface="Wingdings" pitchFamily="2" charset="2"/>
              <a:buChar char="¨"/>
              <a:defRPr sz="2000"/>
            </a:lvl1pPr>
            <a:lvl2pPr>
              <a:buClr>
                <a:schemeClr val="accent5"/>
              </a:buClr>
              <a:buFont typeface="Wingdings" pitchFamily="2" charset="2"/>
              <a:buChar char="p"/>
              <a:defRPr sz="2000"/>
            </a:lvl2pPr>
            <a:lvl3pPr>
              <a:buClr>
                <a:schemeClr val="accent6"/>
              </a:buClr>
              <a:buFont typeface="Arial" pitchFamily="34" charset="0"/>
              <a:buChar char="►"/>
              <a:defRPr sz="2000"/>
            </a:lvl3pPr>
            <a:lvl4pPr>
              <a:buClr>
                <a:schemeClr val="accent5"/>
              </a:buClr>
              <a:buFont typeface="Arial" pitchFamily="34" charset="0"/>
              <a:buChar char="■"/>
              <a:defRPr sz="2000"/>
            </a:lvl4pPr>
            <a:lvl5pPr>
              <a:buClr>
                <a:schemeClr val="accent6"/>
              </a:buCl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9" name="Straight Connector 28">
            <a:extLst>
              <a:ext uri="{FF2B5EF4-FFF2-40B4-BE49-F238E27FC236}">
                <a16:creationId xmlns:a16="http://schemas.microsoft.com/office/drawing/2014/main" id="{F208E74D-9D70-3B41-9778-E6E8B05CDF2D}"/>
              </a:ext>
            </a:extLst>
          </p:cNvPr>
          <p:cNvCxnSpPr>
            <a:cxnSpLocks/>
          </p:cNvCxnSpPr>
          <p:nvPr userDrawn="1"/>
        </p:nvCxnSpPr>
        <p:spPr>
          <a:xfrm>
            <a:off x="3358108" y="476672"/>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9B3484F-8C76-694C-8CD1-F1F8262BD87E}"/>
              </a:ext>
            </a:extLst>
          </p:cNvPr>
          <p:cNvCxnSpPr>
            <a:cxnSpLocks/>
          </p:cNvCxnSpPr>
          <p:nvPr userDrawn="1"/>
        </p:nvCxnSpPr>
        <p:spPr>
          <a:xfrm>
            <a:off x="6704012" y="457200"/>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3" name="Date Placeholder 3"/>
          <p:cNvSpPr>
            <a:spLocks noGrp="1"/>
          </p:cNvSpPr>
          <p:nvPr>
            <p:ph type="dt" sz="half" idx="14"/>
          </p:nvPr>
        </p:nvSpPr>
        <p:spPr>
          <a:xfrm>
            <a:off x="6742484" y="476672"/>
            <a:ext cx="3456384" cy="685800"/>
          </a:xfrm>
          <a:prstGeom prst="rect">
            <a:avLst/>
          </a:prstGeom>
        </p:spPr>
        <p:txBody>
          <a:bodyPr vert="horz" lIns="104296" tIns="52148" rIns="104296" bIns="52148" rtlCol="0" anchor="ctr"/>
          <a:lstStyle>
            <a:lvl1pPr algn="l">
              <a:defRPr sz="1600">
                <a:solidFill>
                  <a:schemeClr val="tx1"/>
                </a:solidFill>
              </a:defRPr>
            </a:lvl1pPr>
          </a:lstStyle>
          <a:p>
            <a:r>
              <a:rPr lang="en-US"/>
              <a:t>The Impact of COVID-19 Restrictions on the Employment of Workers with Disabilities</a:t>
            </a:r>
            <a:endParaRPr lang="en-US" dirty="0"/>
          </a:p>
        </p:txBody>
      </p:sp>
      <p:sp>
        <p:nvSpPr>
          <p:cNvPr id="12" name="Title 1"/>
          <p:cNvSpPr>
            <a:spLocks noGrp="1"/>
          </p:cNvSpPr>
          <p:nvPr>
            <p:ph type="ctrTitle" hasCustomPrompt="1"/>
          </p:nvPr>
        </p:nvSpPr>
        <p:spPr>
          <a:xfrm>
            <a:off x="1053851" y="476672"/>
            <a:ext cx="2269919" cy="685799"/>
          </a:xfrm>
        </p:spPr>
        <p:txBody>
          <a:bodyPr anchor="ctr">
            <a:normAutofit/>
          </a:bodyPr>
          <a:lstStyle>
            <a:lvl1pPr marL="0" marR="0" indent="0" algn="l" defTabSz="1042965" rtl="0" eaLnBrk="1" fontAlgn="auto" latinLnBrk="0" hangingPunct="1">
              <a:lnSpc>
                <a:spcPct val="100000"/>
              </a:lnSpc>
              <a:spcBef>
                <a:spcPct val="0"/>
              </a:spcBef>
              <a:spcAft>
                <a:spcPts val="0"/>
              </a:spcAft>
              <a:buClrTx/>
              <a:buSzTx/>
              <a:buFontTx/>
              <a:buNone/>
              <a:tabLst/>
              <a:defRPr sz="1600" b="0" baseline="0">
                <a:solidFill>
                  <a:schemeClr val="tx1"/>
                </a:solidFill>
              </a:defRPr>
            </a:lvl1pPr>
          </a:lstStyle>
          <a:p>
            <a:pPr lvl="0"/>
            <a:r>
              <a:rPr lang="en-US" dirty="0"/>
              <a:t>Your name </a:t>
            </a:r>
            <a:r>
              <a:rPr lang="en-CA" dirty="0"/>
              <a:t>16 </a:t>
            </a:r>
            <a:r>
              <a:rPr lang="en-US" dirty="0"/>
              <a:t>pt</a:t>
            </a:r>
          </a:p>
        </p:txBody>
      </p:sp>
      <p:sp>
        <p:nvSpPr>
          <p:cNvPr id="14" name="Slide Number Placeholder 8"/>
          <p:cNvSpPr>
            <a:spLocks noGrp="1"/>
          </p:cNvSpPr>
          <p:nvPr>
            <p:ph type="sldNum" sz="quarter" idx="12"/>
          </p:nvPr>
        </p:nvSpPr>
        <p:spPr>
          <a:xfrm>
            <a:off x="10285412" y="457200"/>
            <a:ext cx="1320059" cy="685800"/>
          </a:xfrm>
        </p:spPr>
        <p:txBody>
          <a:bodyPr/>
          <a:lstStyle>
            <a:lvl1pPr algn="l">
              <a:defRPr sz="2000">
                <a:solidFill>
                  <a:srgbClr val="0E2D69"/>
                </a:solidFill>
              </a:defRPr>
            </a:lvl1pPr>
          </a:lstStyle>
          <a:p>
            <a:fld id="{A5520658-BAFE-47DF-9143-2658ED8FD06B}" type="slidenum">
              <a:rPr lang="en-US" smtClean="0"/>
              <a:pPr/>
              <a:t>‹N°›</a:t>
            </a:fld>
            <a:endParaRPr lang="en-US" dirty="0"/>
          </a:p>
        </p:txBody>
      </p:sp>
      <p:sp>
        <p:nvSpPr>
          <p:cNvPr id="19" name="Footer Placeholder 4"/>
          <p:cNvSpPr>
            <a:spLocks noGrp="1"/>
          </p:cNvSpPr>
          <p:nvPr>
            <p:ph type="ftr" sz="quarter" idx="11"/>
          </p:nvPr>
        </p:nvSpPr>
        <p:spPr>
          <a:xfrm>
            <a:off x="3430116" y="476672"/>
            <a:ext cx="3240360" cy="685800"/>
          </a:xfrm>
        </p:spPr>
        <p:txBody>
          <a:bodyPr/>
          <a:lstStyle>
            <a:lvl1pPr algn="l">
              <a:defRPr sz="1600">
                <a:solidFill>
                  <a:schemeClr val="tx1"/>
                </a:solidFill>
              </a:defRPr>
            </a:lvl1pPr>
          </a:lstStyle>
          <a:p>
            <a:r>
              <a:rPr lang="en-US"/>
              <a:t>Second pre-defense</a:t>
            </a:r>
            <a:endParaRPr lang="en-US" dirty="0"/>
          </a:p>
        </p:txBody>
      </p:sp>
      <p:pic>
        <p:nvPicPr>
          <p:cNvPr id="20" name="Picture 19" descr="Icon&#10;&#10;Description automatically generated">
            <a:extLst>
              <a:ext uri="{FF2B5EF4-FFF2-40B4-BE49-F238E27FC236}">
                <a16:creationId xmlns:a16="http://schemas.microsoft.com/office/drawing/2014/main" id="{2FF74A83-394A-E64F-B26C-8B288BF6179A}"/>
              </a:ext>
            </a:extLst>
          </p:cNvPr>
          <p:cNvPicPr>
            <a:picLocks noChangeAspect="1"/>
          </p:cNvPicPr>
          <p:nvPr userDrawn="1"/>
        </p:nvPicPr>
        <p:blipFill>
          <a:blip r:embed="rId3" cstate="print"/>
          <a:stretch>
            <a:fillRect/>
          </a:stretch>
        </p:blipFill>
        <p:spPr>
          <a:xfrm>
            <a:off x="549796" y="620688"/>
            <a:ext cx="448276" cy="448276"/>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one title">
    <p:spTree>
      <p:nvGrpSpPr>
        <p:cNvPr id="1" name=""/>
        <p:cNvGrpSpPr/>
        <p:nvPr/>
      </p:nvGrpSpPr>
      <p:grpSpPr>
        <a:xfrm>
          <a:off x="0" y="0"/>
          <a:ext cx="0" cy="0"/>
          <a:chOff x="0" y="0"/>
          <a:chExt cx="0" cy="0"/>
        </a:xfrm>
      </p:grpSpPr>
      <p:pic>
        <p:nvPicPr>
          <p:cNvPr id="27" name="Picture 2"/>
          <p:cNvPicPr>
            <a:picLocks noChangeAspect="1" noChangeArrowheads="1"/>
          </p:cNvPicPr>
          <p:nvPr userDrawn="1"/>
        </p:nvPicPr>
        <p:blipFill>
          <a:blip r:embed="rId2" cstate="print"/>
          <a:srcRect/>
          <a:stretch>
            <a:fillRect/>
          </a:stretch>
        </p:blipFill>
        <p:spPr bwMode="auto">
          <a:xfrm>
            <a:off x="-1" y="0"/>
            <a:ext cx="12197953" cy="6858000"/>
          </a:xfrm>
          <a:prstGeom prst="rect">
            <a:avLst/>
          </a:prstGeom>
          <a:noFill/>
          <a:ln w="9525">
            <a:noFill/>
            <a:miter lim="800000"/>
            <a:headEnd/>
            <a:tailEnd/>
          </a:ln>
        </p:spPr>
      </p:pic>
      <p:sp>
        <p:nvSpPr>
          <p:cNvPr id="7" name="Slide Number Placeholder 6"/>
          <p:cNvSpPr>
            <a:spLocks noGrp="1"/>
          </p:cNvSpPr>
          <p:nvPr>
            <p:ph type="sldNum" sz="quarter" idx="12"/>
          </p:nvPr>
        </p:nvSpPr>
        <p:spPr>
          <a:xfrm>
            <a:off x="10285412" y="457200"/>
            <a:ext cx="1320059" cy="685800"/>
          </a:xfrm>
        </p:spPr>
        <p:txBody>
          <a:bodyPr/>
          <a:lstStyle>
            <a:lvl1pPr>
              <a:defRPr sz="2000">
                <a:solidFill>
                  <a:srgbClr val="0E2D69"/>
                </a:solidFill>
              </a:defRPr>
            </a:lvl1pPr>
          </a:lstStyle>
          <a:p>
            <a:pPr algn="l"/>
            <a:fld id="{A5520658-BAFE-47DF-9143-2658ED8FD06B}" type="slidenum">
              <a:rPr lang="en-US" smtClean="0"/>
              <a:pPr algn="l"/>
              <a:t>‹N°›</a:t>
            </a:fld>
            <a:endParaRPr lang="en-US" dirty="0"/>
          </a:p>
        </p:txBody>
      </p:sp>
      <p:cxnSp>
        <p:nvCxnSpPr>
          <p:cNvPr id="13" name="Straight Connector 12">
            <a:extLst>
              <a:ext uri="{FF2B5EF4-FFF2-40B4-BE49-F238E27FC236}">
                <a16:creationId xmlns:a16="http://schemas.microsoft.com/office/drawing/2014/main" id="{B571D10A-0DDC-9847-BD1B-712A3C9F3055}"/>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2E2D9CC-0CF4-324B-BFF1-AC830802DEEB}"/>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6" name="Content Placeholder 27"/>
          <p:cNvSpPr>
            <a:spLocks noGrp="1"/>
          </p:cNvSpPr>
          <p:nvPr>
            <p:ph sz="quarter" idx="15"/>
          </p:nvPr>
        </p:nvSpPr>
        <p:spPr>
          <a:xfrm>
            <a:off x="6170611" y="1600200"/>
            <a:ext cx="5410201" cy="4572000"/>
          </a:xfrm>
        </p:spPr>
        <p:txBody>
          <a:bodyPr numCol="1">
            <a:normAutofit/>
          </a:bodyPr>
          <a:lstStyle>
            <a:lvl1pPr marL="0" indent="0">
              <a:buClr>
                <a:schemeClr val="accent6"/>
              </a:buClr>
              <a:buFont typeface="Wingdings" pitchFamily="2" charset="2"/>
              <a:buChar char="¨"/>
              <a:defRPr sz="2000"/>
            </a:lvl1pPr>
            <a:lvl2pPr>
              <a:buClr>
                <a:schemeClr val="accent5"/>
              </a:buClr>
              <a:buFont typeface="Wingdings" pitchFamily="2" charset="2"/>
              <a:buChar char="p"/>
              <a:defRPr sz="2000"/>
            </a:lvl2pPr>
            <a:lvl3pPr>
              <a:buClr>
                <a:schemeClr val="accent6"/>
              </a:buClr>
              <a:buFont typeface="Arial" pitchFamily="34" charset="0"/>
              <a:buChar char="►"/>
              <a:defRPr sz="2000"/>
            </a:lvl3pPr>
            <a:lvl4pPr>
              <a:buClr>
                <a:schemeClr val="accent5"/>
              </a:buClr>
              <a:buFont typeface="Arial" pitchFamily="34" charset="0"/>
              <a:buChar char="■"/>
              <a:defRPr sz="2000"/>
            </a:lvl4pPr>
            <a:lvl5pPr>
              <a:buClr>
                <a:schemeClr val="accent6"/>
              </a:buCl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27"/>
          <p:cNvSpPr>
            <a:spLocks noGrp="1"/>
          </p:cNvSpPr>
          <p:nvPr>
            <p:ph sz="quarter" idx="16"/>
          </p:nvPr>
        </p:nvSpPr>
        <p:spPr>
          <a:xfrm>
            <a:off x="531812" y="2514600"/>
            <a:ext cx="5562601" cy="3657600"/>
          </a:xfrm>
        </p:spPr>
        <p:txBody>
          <a:bodyPr numCol="1">
            <a:normAutofit/>
          </a:bodyPr>
          <a:lstStyle>
            <a:lvl1pPr marL="0" indent="0">
              <a:buClr>
                <a:schemeClr val="accent6"/>
              </a:buClr>
              <a:buFont typeface="Wingdings" pitchFamily="2" charset="2"/>
              <a:buChar char="¨"/>
              <a:defRPr sz="2000"/>
            </a:lvl1pPr>
            <a:lvl2pPr>
              <a:buClr>
                <a:schemeClr val="accent5"/>
              </a:buClr>
              <a:buFont typeface="Wingdings" pitchFamily="2" charset="2"/>
              <a:buChar char="p"/>
              <a:defRPr sz="2000"/>
            </a:lvl2pPr>
            <a:lvl3pPr>
              <a:buClr>
                <a:schemeClr val="accent6"/>
              </a:buClr>
              <a:buFont typeface="Arial" pitchFamily="34" charset="0"/>
              <a:buChar char="►"/>
              <a:defRPr sz="2000"/>
            </a:lvl3pPr>
            <a:lvl4pPr>
              <a:buClr>
                <a:schemeClr val="accent5"/>
              </a:buClr>
              <a:buFont typeface="Arial" pitchFamily="34" charset="0"/>
              <a:buChar char="■"/>
              <a:defRPr sz="2000"/>
            </a:lvl4pPr>
            <a:lvl5pPr>
              <a:buClr>
                <a:schemeClr val="accent6"/>
              </a:buCl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3"/>
          <p:cNvSpPr>
            <a:spLocks noGrp="1"/>
          </p:cNvSpPr>
          <p:nvPr>
            <p:ph type="body" sz="half" idx="2" hasCustomPrompt="1"/>
          </p:nvPr>
        </p:nvSpPr>
        <p:spPr>
          <a:xfrm>
            <a:off x="608012" y="1371600"/>
            <a:ext cx="5181600" cy="1066800"/>
          </a:xfrm>
        </p:spPr>
        <p:txBody>
          <a:bodyPr anchor="ctr">
            <a:noAutofit/>
          </a:bodyPr>
          <a:lstStyle>
            <a:lvl1pPr marL="0" indent="0">
              <a:buNone/>
              <a:defRPr sz="4000" b="1">
                <a:solidFill>
                  <a:srgbClr val="0E2D69"/>
                </a:solidFill>
              </a:defRPr>
            </a:lvl1pPr>
            <a:lvl2pPr marL="521482" indent="0">
              <a:buNone/>
              <a:defRPr sz="1400"/>
            </a:lvl2pPr>
            <a:lvl3pPr marL="1042965" indent="0">
              <a:buNone/>
              <a:defRPr sz="1100"/>
            </a:lvl3pPr>
            <a:lvl4pPr marL="1564447" indent="0">
              <a:buNone/>
              <a:defRPr sz="1000"/>
            </a:lvl4pPr>
            <a:lvl5pPr marL="2085929" indent="0">
              <a:buNone/>
              <a:defRPr sz="1000"/>
            </a:lvl5pPr>
            <a:lvl6pPr marL="2607412" indent="0">
              <a:buNone/>
              <a:defRPr sz="1000"/>
            </a:lvl6pPr>
            <a:lvl7pPr marL="3128894" indent="0">
              <a:buNone/>
              <a:defRPr sz="1000"/>
            </a:lvl7pPr>
            <a:lvl8pPr marL="3650376" indent="0">
              <a:buNone/>
              <a:defRPr sz="1000"/>
            </a:lvl8pPr>
            <a:lvl9pPr marL="4171859" indent="0">
              <a:buNone/>
              <a:defRPr sz="1000"/>
            </a:lvl9pPr>
          </a:lstStyle>
          <a:p>
            <a:pPr lvl="0"/>
            <a:r>
              <a:rPr lang="en-CA" dirty="0"/>
              <a:t>Two-three rows for title 40 pt</a:t>
            </a:r>
            <a:endParaRPr lang="en-US" dirty="0"/>
          </a:p>
        </p:txBody>
      </p:sp>
      <p:cxnSp>
        <p:nvCxnSpPr>
          <p:cNvPr id="14" name="Straight Connector 13">
            <a:extLst>
              <a:ext uri="{FF2B5EF4-FFF2-40B4-BE49-F238E27FC236}">
                <a16:creationId xmlns:a16="http://schemas.microsoft.com/office/drawing/2014/main" id="{F208E74D-9D70-3B41-9778-E6E8B05CDF2D}"/>
              </a:ext>
            </a:extLst>
          </p:cNvPr>
          <p:cNvCxnSpPr>
            <a:cxnSpLocks/>
          </p:cNvCxnSpPr>
          <p:nvPr userDrawn="1"/>
        </p:nvCxnSpPr>
        <p:spPr>
          <a:xfrm>
            <a:off x="3358108" y="476672"/>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9B3484F-8C76-694C-8CD1-F1F8262BD87E}"/>
              </a:ext>
            </a:extLst>
          </p:cNvPr>
          <p:cNvCxnSpPr>
            <a:cxnSpLocks/>
          </p:cNvCxnSpPr>
          <p:nvPr userDrawn="1"/>
        </p:nvCxnSpPr>
        <p:spPr>
          <a:xfrm>
            <a:off x="6704012" y="457200"/>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23" name="Date Placeholder 3"/>
          <p:cNvSpPr>
            <a:spLocks noGrp="1"/>
          </p:cNvSpPr>
          <p:nvPr>
            <p:ph type="dt" sz="half" idx="14"/>
          </p:nvPr>
        </p:nvSpPr>
        <p:spPr>
          <a:xfrm>
            <a:off x="6742484" y="476672"/>
            <a:ext cx="3456384" cy="685800"/>
          </a:xfrm>
          <a:prstGeom prst="rect">
            <a:avLst/>
          </a:prstGeom>
        </p:spPr>
        <p:txBody>
          <a:bodyPr vert="horz" lIns="104296" tIns="52148" rIns="104296" bIns="52148" rtlCol="0" anchor="ctr"/>
          <a:lstStyle>
            <a:lvl1pPr algn="l">
              <a:defRPr sz="1600">
                <a:solidFill>
                  <a:schemeClr val="tx1"/>
                </a:solidFill>
              </a:defRPr>
            </a:lvl1pPr>
          </a:lstStyle>
          <a:p>
            <a:r>
              <a:rPr lang="en-US"/>
              <a:t>The Impact of COVID-19 Restrictions on the Employment of Workers with Disabilities</a:t>
            </a:r>
            <a:endParaRPr lang="en-US" dirty="0"/>
          </a:p>
        </p:txBody>
      </p:sp>
      <p:sp>
        <p:nvSpPr>
          <p:cNvPr id="24" name="Title 1"/>
          <p:cNvSpPr>
            <a:spLocks noGrp="1"/>
          </p:cNvSpPr>
          <p:nvPr>
            <p:ph type="ctrTitle" hasCustomPrompt="1"/>
          </p:nvPr>
        </p:nvSpPr>
        <p:spPr>
          <a:xfrm>
            <a:off x="1053852" y="476672"/>
            <a:ext cx="2304256" cy="685799"/>
          </a:xfrm>
        </p:spPr>
        <p:txBody>
          <a:bodyPr anchor="ctr">
            <a:normAutofit/>
          </a:bodyPr>
          <a:lstStyle>
            <a:lvl1pPr marL="0" marR="0" indent="0" algn="l" defTabSz="1042965" rtl="0" eaLnBrk="1" fontAlgn="auto" latinLnBrk="0" hangingPunct="1">
              <a:lnSpc>
                <a:spcPct val="100000"/>
              </a:lnSpc>
              <a:spcBef>
                <a:spcPct val="0"/>
              </a:spcBef>
              <a:spcAft>
                <a:spcPts val="0"/>
              </a:spcAft>
              <a:buClrTx/>
              <a:buSzTx/>
              <a:buFontTx/>
              <a:buNone/>
              <a:tabLst/>
              <a:defRPr sz="1600" b="0" baseline="0">
                <a:solidFill>
                  <a:schemeClr val="tx1"/>
                </a:solidFill>
              </a:defRPr>
            </a:lvl1pPr>
          </a:lstStyle>
          <a:p>
            <a:pPr lvl="0"/>
            <a:r>
              <a:rPr lang="en-US" dirty="0"/>
              <a:t>Your name </a:t>
            </a:r>
            <a:r>
              <a:rPr lang="en-CA" dirty="0"/>
              <a:t>16 </a:t>
            </a:r>
            <a:r>
              <a:rPr lang="en-US" dirty="0"/>
              <a:t>pt</a:t>
            </a:r>
          </a:p>
        </p:txBody>
      </p:sp>
      <p:sp>
        <p:nvSpPr>
          <p:cNvPr id="25" name="Footer Placeholder 4"/>
          <p:cNvSpPr>
            <a:spLocks noGrp="1"/>
          </p:cNvSpPr>
          <p:nvPr>
            <p:ph type="ftr" sz="quarter" idx="11"/>
          </p:nvPr>
        </p:nvSpPr>
        <p:spPr>
          <a:xfrm>
            <a:off x="3430116" y="476672"/>
            <a:ext cx="3240360" cy="685800"/>
          </a:xfrm>
        </p:spPr>
        <p:txBody>
          <a:bodyPr/>
          <a:lstStyle>
            <a:lvl1pPr algn="l">
              <a:defRPr sz="1600">
                <a:solidFill>
                  <a:schemeClr val="tx1"/>
                </a:solidFill>
              </a:defRPr>
            </a:lvl1pPr>
          </a:lstStyle>
          <a:p>
            <a:r>
              <a:rPr lang="en-US"/>
              <a:t>Second pre-defense</a:t>
            </a:r>
            <a:endParaRPr lang="en-US" dirty="0"/>
          </a:p>
        </p:txBody>
      </p:sp>
      <p:pic>
        <p:nvPicPr>
          <p:cNvPr id="26" name="Picture 25" descr="Icon&#10;&#10;Description automatically generated">
            <a:extLst>
              <a:ext uri="{FF2B5EF4-FFF2-40B4-BE49-F238E27FC236}">
                <a16:creationId xmlns:a16="http://schemas.microsoft.com/office/drawing/2014/main" id="{2FF74A83-394A-E64F-B26C-8B288BF6179A}"/>
              </a:ext>
            </a:extLst>
          </p:cNvPr>
          <p:cNvPicPr>
            <a:picLocks noChangeAspect="1"/>
          </p:cNvPicPr>
          <p:nvPr userDrawn="1"/>
        </p:nvPicPr>
        <p:blipFill>
          <a:blip r:embed="rId3" cstate="print"/>
          <a:stretch>
            <a:fillRect/>
          </a:stretch>
        </p:blipFill>
        <p:spPr>
          <a:xfrm>
            <a:off x="549796" y="620688"/>
            <a:ext cx="448276" cy="448276"/>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25" name="Picture 2"/>
          <p:cNvPicPr>
            <a:picLocks noChangeAspect="1" noChangeArrowheads="1"/>
          </p:cNvPicPr>
          <p:nvPr userDrawn="1"/>
        </p:nvPicPr>
        <p:blipFill>
          <a:blip r:embed="rId2" cstate="print"/>
          <a:srcRect/>
          <a:stretch>
            <a:fillRect/>
          </a:stretch>
        </p:blipFill>
        <p:spPr bwMode="auto">
          <a:xfrm>
            <a:off x="0" y="0"/>
            <a:ext cx="12197952" cy="6858000"/>
          </a:xfrm>
          <a:prstGeom prst="rect">
            <a:avLst/>
          </a:prstGeom>
          <a:noFill/>
          <a:ln w="9525">
            <a:noFill/>
            <a:miter lim="800000"/>
            <a:headEnd/>
            <a:tailEnd/>
          </a:ln>
        </p:spPr>
      </p:pic>
      <p:sp>
        <p:nvSpPr>
          <p:cNvPr id="7" name="Slide Number Placeholder 6"/>
          <p:cNvSpPr>
            <a:spLocks noGrp="1"/>
          </p:cNvSpPr>
          <p:nvPr>
            <p:ph type="sldNum" sz="quarter" idx="12"/>
          </p:nvPr>
        </p:nvSpPr>
        <p:spPr>
          <a:xfrm>
            <a:off x="10285412" y="457200"/>
            <a:ext cx="1320059" cy="685800"/>
          </a:xfrm>
        </p:spPr>
        <p:txBody>
          <a:bodyPr/>
          <a:lstStyle>
            <a:lvl1pPr>
              <a:defRPr sz="2000">
                <a:solidFill>
                  <a:srgbClr val="0E2D69"/>
                </a:solidFill>
              </a:defRPr>
            </a:lvl1pPr>
          </a:lstStyle>
          <a:p>
            <a:pPr algn="l"/>
            <a:fld id="{A5520658-BAFE-47DF-9143-2658ED8FD06B}" type="slidenum">
              <a:rPr lang="en-US" smtClean="0"/>
              <a:pPr algn="l"/>
              <a:t>‹N°›</a:t>
            </a:fld>
            <a:endParaRPr lang="en-US" dirty="0"/>
          </a:p>
        </p:txBody>
      </p:sp>
      <p:cxnSp>
        <p:nvCxnSpPr>
          <p:cNvPr id="13" name="Straight Connector 12">
            <a:extLst>
              <a:ext uri="{FF2B5EF4-FFF2-40B4-BE49-F238E27FC236}">
                <a16:creationId xmlns:a16="http://schemas.microsoft.com/office/drawing/2014/main" id="{B571D10A-0DDC-9847-BD1B-712A3C9F3055}"/>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2E2D9CC-0CF4-324B-BFF1-AC830802DEEB}"/>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9" name="Content Placeholder 27"/>
          <p:cNvSpPr>
            <a:spLocks noGrp="1"/>
          </p:cNvSpPr>
          <p:nvPr>
            <p:ph sz="quarter" idx="16"/>
          </p:nvPr>
        </p:nvSpPr>
        <p:spPr>
          <a:xfrm>
            <a:off x="531812" y="2514600"/>
            <a:ext cx="8610600" cy="3657600"/>
          </a:xfrm>
        </p:spPr>
        <p:txBody>
          <a:bodyPr numCol="2">
            <a:normAutofit/>
          </a:bodyPr>
          <a:lstStyle>
            <a:lvl1pPr marL="0" indent="0" algn="l">
              <a:buClr>
                <a:schemeClr val="accent6"/>
              </a:buClr>
              <a:buFont typeface="Wingdings" pitchFamily="2" charset="2"/>
              <a:buChar char="¨"/>
              <a:tabLst/>
              <a:defRPr sz="2000"/>
            </a:lvl1pPr>
            <a:lvl2pPr algn="l">
              <a:buClr>
                <a:schemeClr val="accent5"/>
              </a:buClr>
              <a:buFont typeface="Wingdings" pitchFamily="2" charset="2"/>
              <a:buChar char="p"/>
              <a:defRPr sz="2000"/>
            </a:lvl2pPr>
            <a:lvl3pPr algn="l">
              <a:buClr>
                <a:schemeClr val="accent6"/>
              </a:buClr>
              <a:buFont typeface="Arial" pitchFamily="34" charset="0"/>
              <a:buChar char="►"/>
              <a:defRPr sz="2000"/>
            </a:lvl3pPr>
            <a:lvl4pPr algn="l">
              <a:buClr>
                <a:schemeClr val="accent5"/>
              </a:buClr>
              <a:buFont typeface="Arial" pitchFamily="34" charset="0"/>
              <a:buChar char="■"/>
              <a:defRPr sz="2000"/>
            </a:lvl4pPr>
            <a:lvl5pPr algn="l">
              <a:buClr>
                <a:schemeClr val="accent6"/>
              </a:buCl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3"/>
          <p:cNvSpPr>
            <a:spLocks noGrp="1"/>
          </p:cNvSpPr>
          <p:nvPr>
            <p:ph type="body" sz="half" idx="2" hasCustomPrompt="1"/>
          </p:nvPr>
        </p:nvSpPr>
        <p:spPr>
          <a:xfrm>
            <a:off x="608012" y="1371600"/>
            <a:ext cx="5181600" cy="1066800"/>
          </a:xfrm>
        </p:spPr>
        <p:txBody>
          <a:bodyPr anchor="ctr">
            <a:noAutofit/>
          </a:bodyPr>
          <a:lstStyle>
            <a:lvl1pPr marL="0" indent="0">
              <a:buNone/>
              <a:defRPr sz="4000" b="1">
                <a:solidFill>
                  <a:srgbClr val="0E2D69"/>
                </a:solidFill>
              </a:defRPr>
            </a:lvl1pPr>
            <a:lvl2pPr marL="521482" indent="0">
              <a:buNone/>
              <a:defRPr sz="1400"/>
            </a:lvl2pPr>
            <a:lvl3pPr marL="1042965" indent="0">
              <a:buNone/>
              <a:defRPr sz="1100"/>
            </a:lvl3pPr>
            <a:lvl4pPr marL="1564447" indent="0">
              <a:buNone/>
              <a:defRPr sz="1000"/>
            </a:lvl4pPr>
            <a:lvl5pPr marL="2085929" indent="0">
              <a:buNone/>
              <a:defRPr sz="1000"/>
            </a:lvl5pPr>
            <a:lvl6pPr marL="2607412" indent="0">
              <a:buNone/>
              <a:defRPr sz="1000"/>
            </a:lvl6pPr>
            <a:lvl7pPr marL="3128894" indent="0">
              <a:buNone/>
              <a:defRPr sz="1000"/>
            </a:lvl7pPr>
            <a:lvl8pPr marL="3650376" indent="0">
              <a:buNone/>
              <a:defRPr sz="1000"/>
            </a:lvl8pPr>
            <a:lvl9pPr marL="4171859" indent="0">
              <a:buNone/>
              <a:defRPr sz="1000"/>
            </a:lvl9pPr>
          </a:lstStyle>
          <a:p>
            <a:pPr lvl="0"/>
            <a:r>
              <a:rPr lang="en-CA" dirty="0"/>
              <a:t>Two-three rows for title 40 pt</a:t>
            </a:r>
            <a:endParaRPr lang="en-US" dirty="0"/>
          </a:p>
        </p:txBody>
      </p:sp>
      <p:cxnSp>
        <p:nvCxnSpPr>
          <p:cNvPr id="12" name="Straight Connector 11">
            <a:extLst>
              <a:ext uri="{FF2B5EF4-FFF2-40B4-BE49-F238E27FC236}">
                <a16:creationId xmlns:a16="http://schemas.microsoft.com/office/drawing/2014/main" id="{F208E74D-9D70-3B41-9778-E6E8B05CDF2D}"/>
              </a:ext>
            </a:extLst>
          </p:cNvPr>
          <p:cNvCxnSpPr>
            <a:cxnSpLocks/>
          </p:cNvCxnSpPr>
          <p:nvPr userDrawn="1"/>
        </p:nvCxnSpPr>
        <p:spPr>
          <a:xfrm>
            <a:off x="3358108" y="476672"/>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9B3484F-8C76-694C-8CD1-F1F8262BD87E}"/>
              </a:ext>
            </a:extLst>
          </p:cNvPr>
          <p:cNvCxnSpPr>
            <a:cxnSpLocks/>
          </p:cNvCxnSpPr>
          <p:nvPr userDrawn="1"/>
        </p:nvCxnSpPr>
        <p:spPr>
          <a:xfrm>
            <a:off x="6704012" y="457200"/>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20" name="Date Placeholder 3"/>
          <p:cNvSpPr>
            <a:spLocks noGrp="1"/>
          </p:cNvSpPr>
          <p:nvPr>
            <p:ph type="dt" sz="half" idx="14"/>
          </p:nvPr>
        </p:nvSpPr>
        <p:spPr>
          <a:xfrm>
            <a:off x="6742484" y="476672"/>
            <a:ext cx="3456384" cy="685800"/>
          </a:xfrm>
          <a:prstGeom prst="rect">
            <a:avLst/>
          </a:prstGeom>
        </p:spPr>
        <p:txBody>
          <a:bodyPr vert="horz" lIns="104296" tIns="52148" rIns="104296" bIns="52148" rtlCol="0" anchor="ctr"/>
          <a:lstStyle>
            <a:lvl1pPr algn="l">
              <a:defRPr sz="1600">
                <a:solidFill>
                  <a:schemeClr val="tx1"/>
                </a:solidFill>
              </a:defRPr>
            </a:lvl1pPr>
          </a:lstStyle>
          <a:p>
            <a:r>
              <a:rPr lang="en-US"/>
              <a:t>The Impact of COVID-19 Restrictions on the Employment of Workers with Disabilities</a:t>
            </a:r>
            <a:endParaRPr lang="en-US" dirty="0"/>
          </a:p>
        </p:txBody>
      </p:sp>
      <p:sp>
        <p:nvSpPr>
          <p:cNvPr id="22" name="Title 1"/>
          <p:cNvSpPr>
            <a:spLocks noGrp="1"/>
          </p:cNvSpPr>
          <p:nvPr>
            <p:ph type="ctrTitle" hasCustomPrompt="1"/>
          </p:nvPr>
        </p:nvSpPr>
        <p:spPr>
          <a:xfrm>
            <a:off x="1053851" y="476672"/>
            <a:ext cx="2269919" cy="685799"/>
          </a:xfrm>
        </p:spPr>
        <p:txBody>
          <a:bodyPr anchor="ctr">
            <a:normAutofit/>
          </a:bodyPr>
          <a:lstStyle>
            <a:lvl1pPr marL="0" marR="0" indent="0" algn="l" defTabSz="1042965" rtl="0" eaLnBrk="1" fontAlgn="auto" latinLnBrk="0" hangingPunct="1">
              <a:lnSpc>
                <a:spcPct val="100000"/>
              </a:lnSpc>
              <a:spcBef>
                <a:spcPct val="0"/>
              </a:spcBef>
              <a:spcAft>
                <a:spcPts val="0"/>
              </a:spcAft>
              <a:buClrTx/>
              <a:buSzTx/>
              <a:buFontTx/>
              <a:buNone/>
              <a:tabLst/>
              <a:defRPr sz="1600" b="0" baseline="0">
                <a:solidFill>
                  <a:schemeClr val="tx1"/>
                </a:solidFill>
              </a:defRPr>
            </a:lvl1pPr>
          </a:lstStyle>
          <a:p>
            <a:pPr lvl="0"/>
            <a:r>
              <a:rPr lang="en-US" dirty="0"/>
              <a:t>Your name </a:t>
            </a:r>
            <a:r>
              <a:rPr lang="en-CA" dirty="0"/>
              <a:t>16 </a:t>
            </a:r>
            <a:r>
              <a:rPr lang="en-US" dirty="0"/>
              <a:t>pt</a:t>
            </a:r>
          </a:p>
        </p:txBody>
      </p:sp>
      <p:sp>
        <p:nvSpPr>
          <p:cNvPr id="23" name="Footer Placeholder 4"/>
          <p:cNvSpPr>
            <a:spLocks noGrp="1"/>
          </p:cNvSpPr>
          <p:nvPr>
            <p:ph type="ftr" sz="quarter" idx="11"/>
          </p:nvPr>
        </p:nvSpPr>
        <p:spPr>
          <a:xfrm>
            <a:off x="3430116" y="476672"/>
            <a:ext cx="3240360" cy="685800"/>
          </a:xfrm>
        </p:spPr>
        <p:txBody>
          <a:bodyPr/>
          <a:lstStyle>
            <a:lvl1pPr algn="l">
              <a:defRPr sz="1600">
                <a:solidFill>
                  <a:schemeClr val="tx1"/>
                </a:solidFill>
              </a:defRPr>
            </a:lvl1pPr>
          </a:lstStyle>
          <a:p>
            <a:r>
              <a:rPr lang="en-US"/>
              <a:t>Second pre-defense</a:t>
            </a:r>
            <a:endParaRPr lang="en-US" dirty="0"/>
          </a:p>
        </p:txBody>
      </p:sp>
      <p:pic>
        <p:nvPicPr>
          <p:cNvPr id="24" name="Picture 23" descr="Icon&#10;&#10;Description automatically generated">
            <a:extLst>
              <a:ext uri="{FF2B5EF4-FFF2-40B4-BE49-F238E27FC236}">
                <a16:creationId xmlns:a16="http://schemas.microsoft.com/office/drawing/2014/main" id="{2FF74A83-394A-E64F-B26C-8B288BF6179A}"/>
              </a:ext>
            </a:extLst>
          </p:cNvPr>
          <p:cNvPicPr>
            <a:picLocks noChangeAspect="1"/>
          </p:cNvPicPr>
          <p:nvPr userDrawn="1"/>
        </p:nvPicPr>
        <p:blipFill>
          <a:blip r:embed="rId3" cstate="print"/>
          <a:stretch>
            <a:fillRect/>
          </a:stretch>
        </p:blipFill>
        <p:spPr>
          <a:xfrm>
            <a:off x="549796" y="620688"/>
            <a:ext cx="448276" cy="448276"/>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31" name="Picture 2"/>
          <p:cNvPicPr>
            <a:picLocks noChangeAspect="1" noChangeArrowheads="1"/>
          </p:cNvPicPr>
          <p:nvPr userDrawn="1"/>
        </p:nvPicPr>
        <p:blipFill>
          <a:blip r:embed="rId2" cstate="print"/>
          <a:srcRect/>
          <a:stretch>
            <a:fillRect/>
          </a:stretch>
        </p:blipFill>
        <p:spPr bwMode="auto">
          <a:xfrm>
            <a:off x="-1" y="0"/>
            <a:ext cx="12197953" cy="6858000"/>
          </a:xfrm>
          <a:prstGeom prst="rect">
            <a:avLst/>
          </a:prstGeom>
          <a:noFill/>
          <a:ln w="9525">
            <a:noFill/>
            <a:miter lim="800000"/>
            <a:headEnd/>
            <a:tailEnd/>
          </a:ln>
        </p:spPr>
      </p:pic>
      <p:sp>
        <p:nvSpPr>
          <p:cNvPr id="9" name="Slide Number Placeholder 8"/>
          <p:cNvSpPr>
            <a:spLocks noGrp="1"/>
          </p:cNvSpPr>
          <p:nvPr>
            <p:ph type="sldNum" sz="quarter" idx="12"/>
          </p:nvPr>
        </p:nvSpPr>
        <p:spPr>
          <a:xfrm>
            <a:off x="10285412" y="457200"/>
            <a:ext cx="1320059" cy="685800"/>
          </a:xfrm>
        </p:spPr>
        <p:txBody>
          <a:bodyPr/>
          <a:lstStyle>
            <a:lvl1pPr algn="l">
              <a:defRPr sz="2000">
                <a:solidFill>
                  <a:srgbClr val="0E2D69"/>
                </a:solidFill>
              </a:defRPr>
            </a:lvl1pPr>
          </a:lstStyle>
          <a:p>
            <a:fld id="{A5520658-BAFE-47DF-9143-2658ED8FD06B}" type="slidenum">
              <a:rPr lang="en-US" smtClean="0"/>
              <a:pPr/>
              <a:t>‹N°›</a:t>
            </a:fld>
            <a:endParaRPr lang="en-US" dirty="0"/>
          </a:p>
        </p:txBody>
      </p:sp>
      <p:cxnSp>
        <p:nvCxnSpPr>
          <p:cNvPr id="17" name="Straight Connector 16">
            <a:extLst>
              <a:ext uri="{FF2B5EF4-FFF2-40B4-BE49-F238E27FC236}">
                <a16:creationId xmlns:a16="http://schemas.microsoft.com/office/drawing/2014/main" id="{B571D10A-0DDC-9847-BD1B-712A3C9F3055}"/>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2E2D9CC-0CF4-324B-BFF1-AC830802DEEB}"/>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20" name="Content Placeholder 27"/>
          <p:cNvSpPr>
            <a:spLocks noGrp="1"/>
          </p:cNvSpPr>
          <p:nvPr>
            <p:ph sz="quarter" idx="16"/>
          </p:nvPr>
        </p:nvSpPr>
        <p:spPr>
          <a:xfrm>
            <a:off x="531812" y="2514600"/>
            <a:ext cx="5562601" cy="3657600"/>
          </a:xfrm>
        </p:spPr>
        <p:txBody>
          <a:bodyPr numCol="1">
            <a:normAutofit/>
          </a:bodyPr>
          <a:lstStyle>
            <a:lvl1pPr marL="0" indent="0">
              <a:buClr>
                <a:schemeClr val="accent6"/>
              </a:buClr>
              <a:buFont typeface="Wingdings" pitchFamily="2" charset="2"/>
              <a:buChar char="¨"/>
              <a:defRPr sz="2000"/>
            </a:lvl1pPr>
            <a:lvl2pPr>
              <a:buClr>
                <a:schemeClr val="accent5"/>
              </a:buClr>
              <a:buFont typeface="Wingdings" pitchFamily="2" charset="2"/>
              <a:buChar char="p"/>
              <a:defRPr sz="2000"/>
            </a:lvl2pPr>
            <a:lvl3pPr>
              <a:buClr>
                <a:schemeClr val="accent6"/>
              </a:buClr>
              <a:buFont typeface="Arial" pitchFamily="34" charset="0"/>
              <a:buChar char="►"/>
              <a:defRPr sz="2000"/>
            </a:lvl3pPr>
            <a:lvl4pPr>
              <a:buClr>
                <a:schemeClr val="accent5"/>
              </a:buClr>
              <a:buFont typeface="Arial" pitchFamily="34" charset="0"/>
              <a:buChar char="■"/>
              <a:defRPr sz="2000"/>
            </a:lvl4pPr>
            <a:lvl5pPr>
              <a:buClr>
                <a:schemeClr val="accent6"/>
              </a:buCl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Content Placeholder 27"/>
          <p:cNvSpPr>
            <a:spLocks noGrp="1"/>
          </p:cNvSpPr>
          <p:nvPr>
            <p:ph sz="quarter" idx="17"/>
          </p:nvPr>
        </p:nvSpPr>
        <p:spPr>
          <a:xfrm>
            <a:off x="6094412" y="2514600"/>
            <a:ext cx="5486401" cy="3657600"/>
          </a:xfrm>
        </p:spPr>
        <p:txBody>
          <a:bodyPr numCol="1">
            <a:normAutofit/>
          </a:bodyPr>
          <a:lstStyle>
            <a:lvl1pPr marL="0" indent="0">
              <a:buClr>
                <a:schemeClr val="accent6"/>
              </a:buClr>
              <a:buFont typeface="Wingdings" pitchFamily="2" charset="2"/>
              <a:buChar char="¨"/>
              <a:defRPr sz="2000"/>
            </a:lvl1pPr>
            <a:lvl2pPr>
              <a:buClr>
                <a:schemeClr val="accent5"/>
              </a:buClr>
              <a:buFont typeface="Wingdings" pitchFamily="2" charset="2"/>
              <a:buChar char="p"/>
              <a:defRPr sz="2000"/>
            </a:lvl2pPr>
            <a:lvl3pPr>
              <a:buClr>
                <a:schemeClr val="accent6"/>
              </a:buClr>
              <a:buFont typeface="Arial" pitchFamily="34" charset="0"/>
              <a:buChar char="►"/>
              <a:defRPr sz="2000"/>
            </a:lvl3pPr>
            <a:lvl4pPr>
              <a:buClr>
                <a:schemeClr val="accent5"/>
              </a:buClr>
              <a:buFont typeface="Arial" pitchFamily="34" charset="0"/>
              <a:buChar char="■"/>
              <a:defRPr sz="2000"/>
            </a:lvl4pPr>
            <a:lvl5pPr>
              <a:buClr>
                <a:schemeClr val="accent6"/>
              </a:buCl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Box 34"/>
          <p:cNvSpPr txBox="1"/>
          <p:nvPr userDrawn="1"/>
        </p:nvSpPr>
        <p:spPr>
          <a:xfrm>
            <a:off x="6323012" y="1600200"/>
            <a:ext cx="3657600" cy="415498"/>
          </a:xfrm>
          <a:prstGeom prst="rect">
            <a:avLst/>
          </a:prstGeom>
          <a:noFill/>
        </p:spPr>
        <p:txBody>
          <a:bodyPr wrap="square" rtlCol="0">
            <a:spAutoFit/>
          </a:bodyPr>
          <a:lstStyle/>
          <a:p>
            <a:pPr marL="0" marR="0" indent="0" algn="l" defTabSz="1042965" rtl="0" eaLnBrk="1" fontAlgn="auto" latinLnBrk="0" hangingPunct="1">
              <a:lnSpc>
                <a:spcPct val="100000"/>
              </a:lnSpc>
              <a:spcBef>
                <a:spcPts val="0"/>
              </a:spcBef>
              <a:spcAft>
                <a:spcPts val="0"/>
              </a:spcAft>
              <a:buClrTx/>
              <a:buSzTx/>
              <a:buFontTx/>
              <a:buNone/>
              <a:tabLst/>
              <a:defRPr/>
            </a:pPr>
            <a:endParaRPr lang="en-US" dirty="0"/>
          </a:p>
        </p:txBody>
      </p:sp>
      <p:sp>
        <p:nvSpPr>
          <p:cNvPr id="16" name="Text Placeholder 4"/>
          <p:cNvSpPr>
            <a:spLocks noGrp="1"/>
          </p:cNvSpPr>
          <p:nvPr>
            <p:ph type="body" sz="quarter" idx="3" hasCustomPrompt="1"/>
          </p:nvPr>
        </p:nvSpPr>
        <p:spPr>
          <a:xfrm>
            <a:off x="6191250" y="1447800"/>
            <a:ext cx="5465762" cy="990600"/>
          </a:xfrm>
        </p:spPr>
        <p:txBody>
          <a:bodyPr anchor="ctr">
            <a:noAutofit/>
          </a:bodyPr>
          <a:lstStyle>
            <a:lvl1pPr marL="0" indent="0">
              <a:buNone/>
              <a:defRPr sz="4000" b="1">
                <a:solidFill>
                  <a:srgbClr val="0E2D69"/>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dirty="0"/>
              <a:t>Two-three rows for title 40 pt</a:t>
            </a:r>
            <a:endParaRPr lang="en-US" dirty="0"/>
          </a:p>
        </p:txBody>
      </p:sp>
      <p:sp>
        <p:nvSpPr>
          <p:cNvPr id="23" name="Text Placeholder 3"/>
          <p:cNvSpPr>
            <a:spLocks noGrp="1"/>
          </p:cNvSpPr>
          <p:nvPr>
            <p:ph type="body" sz="half" idx="2" hasCustomPrompt="1"/>
          </p:nvPr>
        </p:nvSpPr>
        <p:spPr>
          <a:xfrm>
            <a:off x="608012" y="1371600"/>
            <a:ext cx="5181600" cy="1066800"/>
          </a:xfrm>
        </p:spPr>
        <p:txBody>
          <a:bodyPr anchor="ctr">
            <a:noAutofit/>
          </a:bodyPr>
          <a:lstStyle>
            <a:lvl1pPr marL="0" indent="0">
              <a:buNone/>
              <a:defRPr sz="4000" b="1">
                <a:solidFill>
                  <a:srgbClr val="0E2D69"/>
                </a:solidFill>
              </a:defRPr>
            </a:lvl1pPr>
            <a:lvl2pPr marL="521482" indent="0">
              <a:buNone/>
              <a:defRPr sz="1400"/>
            </a:lvl2pPr>
            <a:lvl3pPr marL="1042965" indent="0">
              <a:buNone/>
              <a:defRPr sz="1100"/>
            </a:lvl3pPr>
            <a:lvl4pPr marL="1564447" indent="0">
              <a:buNone/>
              <a:defRPr sz="1000"/>
            </a:lvl4pPr>
            <a:lvl5pPr marL="2085929" indent="0">
              <a:buNone/>
              <a:defRPr sz="1000"/>
            </a:lvl5pPr>
            <a:lvl6pPr marL="2607412" indent="0">
              <a:buNone/>
              <a:defRPr sz="1000"/>
            </a:lvl6pPr>
            <a:lvl7pPr marL="3128894" indent="0">
              <a:buNone/>
              <a:defRPr sz="1000"/>
            </a:lvl7pPr>
            <a:lvl8pPr marL="3650376" indent="0">
              <a:buNone/>
              <a:defRPr sz="1000"/>
            </a:lvl8pPr>
            <a:lvl9pPr marL="4171859" indent="0">
              <a:buNone/>
              <a:defRPr sz="1000"/>
            </a:lvl9pPr>
          </a:lstStyle>
          <a:p>
            <a:pPr lvl="0"/>
            <a:r>
              <a:rPr lang="en-CA" dirty="0"/>
              <a:t>Two-three rows for title 40 pt</a:t>
            </a:r>
            <a:endParaRPr lang="en-US" dirty="0"/>
          </a:p>
        </p:txBody>
      </p:sp>
      <p:cxnSp>
        <p:nvCxnSpPr>
          <p:cNvPr id="19" name="Straight Connector 18">
            <a:extLst>
              <a:ext uri="{FF2B5EF4-FFF2-40B4-BE49-F238E27FC236}">
                <a16:creationId xmlns:a16="http://schemas.microsoft.com/office/drawing/2014/main" id="{F208E74D-9D70-3B41-9778-E6E8B05CDF2D}"/>
              </a:ext>
            </a:extLst>
          </p:cNvPr>
          <p:cNvCxnSpPr>
            <a:cxnSpLocks/>
          </p:cNvCxnSpPr>
          <p:nvPr userDrawn="1"/>
        </p:nvCxnSpPr>
        <p:spPr>
          <a:xfrm>
            <a:off x="3358108" y="476672"/>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9B3484F-8C76-694C-8CD1-F1F8262BD87E}"/>
              </a:ext>
            </a:extLst>
          </p:cNvPr>
          <p:cNvCxnSpPr>
            <a:cxnSpLocks/>
          </p:cNvCxnSpPr>
          <p:nvPr userDrawn="1"/>
        </p:nvCxnSpPr>
        <p:spPr>
          <a:xfrm>
            <a:off x="6704012" y="457200"/>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27" name="Date Placeholder 3"/>
          <p:cNvSpPr>
            <a:spLocks noGrp="1"/>
          </p:cNvSpPr>
          <p:nvPr>
            <p:ph type="dt" sz="half" idx="14"/>
          </p:nvPr>
        </p:nvSpPr>
        <p:spPr>
          <a:xfrm>
            <a:off x="6742484" y="476672"/>
            <a:ext cx="3456384" cy="685800"/>
          </a:xfrm>
          <a:prstGeom prst="rect">
            <a:avLst/>
          </a:prstGeom>
        </p:spPr>
        <p:txBody>
          <a:bodyPr vert="horz" lIns="104296" tIns="52148" rIns="104296" bIns="52148" rtlCol="0" anchor="ctr"/>
          <a:lstStyle>
            <a:lvl1pPr algn="l">
              <a:defRPr sz="1600">
                <a:solidFill>
                  <a:schemeClr val="tx1"/>
                </a:solidFill>
              </a:defRPr>
            </a:lvl1pPr>
          </a:lstStyle>
          <a:p>
            <a:r>
              <a:rPr lang="en-US"/>
              <a:t>The Impact of COVID-19 Restrictions on the Employment of Workers with Disabilities</a:t>
            </a:r>
            <a:endParaRPr lang="en-US" dirty="0"/>
          </a:p>
        </p:txBody>
      </p:sp>
      <p:sp>
        <p:nvSpPr>
          <p:cNvPr id="28" name="Title 1"/>
          <p:cNvSpPr>
            <a:spLocks noGrp="1"/>
          </p:cNvSpPr>
          <p:nvPr>
            <p:ph type="ctrTitle" hasCustomPrompt="1"/>
          </p:nvPr>
        </p:nvSpPr>
        <p:spPr>
          <a:xfrm>
            <a:off x="1053851" y="476672"/>
            <a:ext cx="2269919" cy="685799"/>
          </a:xfrm>
        </p:spPr>
        <p:txBody>
          <a:bodyPr anchor="ctr">
            <a:normAutofit/>
          </a:bodyPr>
          <a:lstStyle>
            <a:lvl1pPr marL="0" marR="0" indent="0" algn="l" defTabSz="1042965" rtl="0" eaLnBrk="1" fontAlgn="auto" latinLnBrk="0" hangingPunct="1">
              <a:lnSpc>
                <a:spcPct val="100000"/>
              </a:lnSpc>
              <a:spcBef>
                <a:spcPct val="0"/>
              </a:spcBef>
              <a:spcAft>
                <a:spcPts val="0"/>
              </a:spcAft>
              <a:buClrTx/>
              <a:buSzTx/>
              <a:buFontTx/>
              <a:buNone/>
              <a:tabLst/>
              <a:defRPr sz="1600" b="0" baseline="0">
                <a:solidFill>
                  <a:schemeClr val="tx1"/>
                </a:solidFill>
              </a:defRPr>
            </a:lvl1pPr>
          </a:lstStyle>
          <a:p>
            <a:pPr lvl="0"/>
            <a:r>
              <a:rPr lang="en-US" dirty="0"/>
              <a:t>Your name </a:t>
            </a:r>
            <a:r>
              <a:rPr lang="en-CA" dirty="0"/>
              <a:t>16 </a:t>
            </a:r>
            <a:r>
              <a:rPr lang="en-US" dirty="0"/>
              <a:t>pt</a:t>
            </a:r>
          </a:p>
        </p:txBody>
      </p:sp>
      <p:sp>
        <p:nvSpPr>
          <p:cNvPr id="29" name="Footer Placeholder 4"/>
          <p:cNvSpPr>
            <a:spLocks noGrp="1"/>
          </p:cNvSpPr>
          <p:nvPr>
            <p:ph type="ftr" sz="quarter" idx="11"/>
          </p:nvPr>
        </p:nvSpPr>
        <p:spPr>
          <a:xfrm>
            <a:off x="3430116" y="476672"/>
            <a:ext cx="3240360" cy="685800"/>
          </a:xfrm>
        </p:spPr>
        <p:txBody>
          <a:bodyPr/>
          <a:lstStyle>
            <a:lvl1pPr algn="l">
              <a:defRPr sz="1600">
                <a:solidFill>
                  <a:schemeClr val="tx1"/>
                </a:solidFill>
              </a:defRPr>
            </a:lvl1pPr>
          </a:lstStyle>
          <a:p>
            <a:r>
              <a:rPr lang="en-US"/>
              <a:t>Second pre-defense</a:t>
            </a:r>
            <a:endParaRPr lang="en-US" dirty="0"/>
          </a:p>
        </p:txBody>
      </p:sp>
      <p:pic>
        <p:nvPicPr>
          <p:cNvPr id="30" name="Picture 29" descr="Icon&#10;&#10;Description automatically generated">
            <a:extLst>
              <a:ext uri="{FF2B5EF4-FFF2-40B4-BE49-F238E27FC236}">
                <a16:creationId xmlns:a16="http://schemas.microsoft.com/office/drawing/2014/main" id="{2FF74A83-394A-E64F-B26C-8B288BF6179A}"/>
              </a:ext>
            </a:extLst>
          </p:cNvPr>
          <p:cNvPicPr>
            <a:picLocks noChangeAspect="1"/>
          </p:cNvPicPr>
          <p:nvPr userDrawn="1"/>
        </p:nvPicPr>
        <p:blipFill>
          <a:blip r:embed="rId3" cstate="print"/>
          <a:stretch>
            <a:fillRect/>
          </a:stretch>
        </p:blipFill>
        <p:spPr>
          <a:xfrm>
            <a:off x="549796" y="620688"/>
            <a:ext cx="448276" cy="44827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pic>
        <p:nvPicPr>
          <p:cNvPr id="33" name="Picture 2"/>
          <p:cNvPicPr>
            <a:picLocks noChangeAspect="1" noChangeArrowheads="1"/>
          </p:cNvPicPr>
          <p:nvPr userDrawn="1"/>
        </p:nvPicPr>
        <p:blipFill>
          <a:blip r:embed="rId2" cstate="print"/>
          <a:srcRect/>
          <a:stretch>
            <a:fillRect/>
          </a:stretch>
        </p:blipFill>
        <p:spPr bwMode="auto">
          <a:xfrm>
            <a:off x="-1" y="0"/>
            <a:ext cx="12197953" cy="6858000"/>
          </a:xfrm>
          <a:prstGeom prst="rect">
            <a:avLst/>
          </a:prstGeom>
          <a:noFill/>
          <a:ln w="9525">
            <a:noFill/>
            <a:miter lim="800000"/>
            <a:headEnd/>
            <a:tailEnd/>
          </a:ln>
        </p:spPr>
      </p:pic>
      <p:sp>
        <p:nvSpPr>
          <p:cNvPr id="9" name="Slide Number Placeholder 8"/>
          <p:cNvSpPr>
            <a:spLocks noGrp="1"/>
          </p:cNvSpPr>
          <p:nvPr>
            <p:ph type="sldNum" sz="quarter" idx="12"/>
          </p:nvPr>
        </p:nvSpPr>
        <p:spPr>
          <a:xfrm>
            <a:off x="10285412" y="457200"/>
            <a:ext cx="1320059" cy="685800"/>
          </a:xfrm>
        </p:spPr>
        <p:txBody>
          <a:bodyPr/>
          <a:lstStyle>
            <a:lvl1pPr algn="l">
              <a:defRPr sz="2000">
                <a:solidFill>
                  <a:srgbClr val="0E2D69"/>
                </a:solidFill>
              </a:defRPr>
            </a:lvl1pPr>
          </a:lstStyle>
          <a:p>
            <a:fld id="{A5520658-BAFE-47DF-9143-2658ED8FD06B}" type="slidenum">
              <a:rPr lang="en-US" smtClean="0"/>
              <a:pPr/>
              <a:t>‹N°›</a:t>
            </a:fld>
            <a:endParaRPr lang="en-US" dirty="0"/>
          </a:p>
        </p:txBody>
      </p:sp>
      <p:cxnSp>
        <p:nvCxnSpPr>
          <p:cNvPr id="17" name="Straight Connector 16">
            <a:extLst>
              <a:ext uri="{FF2B5EF4-FFF2-40B4-BE49-F238E27FC236}">
                <a16:creationId xmlns:a16="http://schemas.microsoft.com/office/drawing/2014/main" id="{B571D10A-0DDC-9847-BD1B-712A3C9F3055}"/>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2E2D9CC-0CF4-324B-BFF1-AC830802DEEB}"/>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20" name="Content Placeholder 27"/>
          <p:cNvSpPr>
            <a:spLocks noGrp="1"/>
          </p:cNvSpPr>
          <p:nvPr>
            <p:ph sz="quarter" idx="16"/>
          </p:nvPr>
        </p:nvSpPr>
        <p:spPr>
          <a:xfrm>
            <a:off x="608013" y="2514600"/>
            <a:ext cx="3886199" cy="3657600"/>
          </a:xfrm>
        </p:spPr>
        <p:txBody>
          <a:bodyPr numCol="1">
            <a:normAutofit/>
          </a:bodyPr>
          <a:lstStyle>
            <a:lvl1pPr marL="0" indent="0">
              <a:buClr>
                <a:schemeClr val="accent6"/>
              </a:buClr>
              <a:buFont typeface="Wingdings" pitchFamily="2" charset="2"/>
              <a:buChar char="¨"/>
              <a:defRPr sz="2200"/>
            </a:lvl1pPr>
            <a:lvl2pPr>
              <a:buClr>
                <a:schemeClr val="accent5"/>
              </a:buClr>
              <a:buFont typeface="Wingdings" pitchFamily="2" charset="2"/>
              <a:buChar char="p"/>
              <a:defRPr sz="2200"/>
            </a:lvl2pPr>
            <a:lvl3pPr>
              <a:buClr>
                <a:schemeClr val="accent6"/>
              </a:buClr>
              <a:buFont typeface="Arial" pitchFamily="34" charset="0"/>
              <a:buChar char="►"/>
              <a:defRPr sz="2200"/>
            </a:lvl3pPr>
            <a:lvl4pPr>
              <a:buClr>
                <a:schemeClr val="accent5"/>
              </a:buClr>
              <a:buFont typeface="Arial" pitchFamily="34" charset="0"/>
              <a:buChar char="■"/>
              <a:defRPr sz="2200"/>
            </a:lvl4pPr>
            <a:lvl5pPr>
              <a:buClr>
                <a:schemeClr val="accent6"/>
              </a:buClr>
              <a:defRPr sz="2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Content Placeholder 27"/>
          <p:cNvSpPr>
            <a:spLocks noGrp="1"/>
          </p:cNvSpPr>
          <p:nvPr>
            <p:ph sz="quarter" idx="17"/>
          </p:nvPr>
        </p:nvSpPr>
        <p:spPr>
          <a:xfrm>
            <a:off x="4570412" y="2514600"/>
            <a:ext cx="3657600" cy="3657600"/>
          </a:xfrm>
        </p:spPr>
        <p:txBody>
          <a:bodyPr numCol="1">
            <a:normAutofit/>
          </a:bodyPr>
          <a:lstStyle>
            <a:lvl1pPr marL="0" indent="0">
              <a:buClr>
                <a:schemeClr val="accent6"/>
              </a:buClr>
              <a:buFont typeface="Wingdings" pitchFamily="2" charset="2"/>
              <a:buChar char="¨"/>
              <a:defRPr sz="2200"/>
            </a:lvl1pPr>
            <a:lvl2pPr>
              <a:buClr>
                <a:schemeClr val="accent5"/>
              </a:buClr>
              <a:buFont typeface="Wingdings" pitchFamily="2" charset="2"/>
              <a:buChar char="p"/>
              <a:defRPr sz="2200"/>
            </a:lvl2pPr>
            <a:lvl3pPr>
              <a:buClr>
                <a:schemeClr val="accent6"/>
              </a:buClr>
              <a:buFont typeface="Arial" pitchFamily="34" charset="0"/>
              <a:buChar char="►"/>
              <a:defRPr sz="2200"/>
            </a:lvl3pPr>
            <a:lvl4pPr>
              <a:buClr>
                <a:schemeClr val="accent5"/>
              </a:buClr>
              <a:buFont typeface="Arial" pitchFamily="34" charset="0"/>
              <a:buChar char="■"/>
              <a:defRPr sz="2200"/>
            </a:lvl4pPr>
            <a:lvl5pPr>
              <a:buClr>
                <a:schemeClr val="accent6"/>
              </a:buClr>
              <a:defRPr sz="2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Box 34"/>
          <p:cNvSpPr txBox="1"/>
          <p:nvPr userDrawn="1"/>
        </p:nvSpPr>
        <p:spPr>
          <a:xfrm>
            <a:off x="6323012" y="1600200"/>
            <a:ext cx="3657600" cy="415498"/>
          </a:xfrm>
          <a:prstGeom prst="rect">
            <a:avLst/>
          </a:prstGeom>
          <a:noFill/>
        </p:spPr>
        <p:txBody>
          <a:bodyPr wrap="square" rtlCol="0">
            <a:spAutoFit/>
          </a:bodyPr>
          <a:lstStyle/>
          <a:p>
            <a:pPr marL="0" marR="0" indent="0" algn="l" defTabSz="1042965" rtl="0" eaLnBrk="1" fontAlgn="auto" latinLnBrk="0" hangingPunct="1">
              <a:lnSpc>
                <a:spcPct val="100000"/>
              </a:lnSpc>
              <a:spcBef>
                <a:spcPts val="0"/>
              </a:spcBef>
              <a:spcAft>
                <a:spcPts val="0"/>
              </a:spcAft>
              <a:buClrTx/>
              <a:buSzTx/>
              <a:buFontTx/>
              <a:buNone/>
              <a:tabLst/>
              <a:defRPr/>
            </a:pPr>
            <a:endParaRPr lang="en-US" dirty="0"/>
          </a:p>
        </p:txBody>
      </p:sp>
      <p:sp>
        <p:nvSpPr>
          <p:cNvPr id="16" name="Text Placeholder 4"/>
          <p:cNvSpPr>
            <a:spLocks noGrp="1"/>
          </p:cNvSpPr>
          <p:nvPr>
            <p:ph type="body" sz="quarter" idx="3" hasCustomPrompt="1"/>
          </p:nvPr>
        </p:nvSpPr>
        <p:spPr>
          <a:xfrm>
            <a:off x="4570412" y="1371600"/>
            <a:ext cx="3657600" cy="1066800"/>
          </a:xfrm>
        </p:spPr>
        <p:txBody>
          <a:bodyPr anchor="ctr">
            <a:noAutofit/>
          </a:bodyPr>
          <a:lstStyle>
            <a:lvl1pPr marL="0" indent="0">
              <a:buNone/>
              <a:defRPr sz="4000" b="1">
                <a:solidFill>
                  <a:srgbClr val="0E2D69"/>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dirty="0"/>
              <a:t>Two rows for title 40 pt</a:t>
            </a:r>
            <a:endParaRPr lang="en-US" dirty="0"/>
          </a:p>
        </p:txBody>
      </p:sp>
      <p:sp>
        <p:nvSpPr>
          <p:cNvPr id="23" name="Text Placeholder 3"/>
          <p:cNvSpPr>
            <a:spLocks noGrp="1"/>
          </p:cNvSpPr>
          <p:nvPr>
            <p:ph type="body" sz="half" idx="2" hasCustomPrompt="1"/>
          </p:nvPr>
        </p:nvSpPr>
        <p:spPr>
          <a:xfrm>
            <a:off x="608012" y="1371600"/>
            <a:ext cx="3886200" cy="1066800"/>
          </a:xfrm>
        </p:spPr>
        <p:txBody>
          <a:bodyPr anchor="ctr">
            <a:noAutofit/>
          </a:bodyPr>
          <a:lstStyle>
            <a:lvl1pPr marL="0" indent="0">
              <a:buNone/>
              <a:defRPr sz="4000" b="1">
                <a:solidFill>
                  <a:srgbClr val="0E2D69"/>
                </a:solidFill>
              </a:defRPr>
            </a:lvl1pPr>
            <a:lvl2pPr marL="521482" indent="0">
              <a:buNone/>
              <a:defRPr sz="1400"/>
            </a:lvl2pPr>
            <a:lvl3pPr marL="1042965" indent="0">
              <a:buNone/>
              <a:defRPr sz="1100"/>
            </a:lvl3pPr>
            <a:lvl4pPr marL="1564447" indent="0">
              <a:buNone/>
              <a:defRPr sz="1000"/>
            </a:lvl4pPr>
            <a:lvl5pPr marL="2085929" indent="0">
              <a:buNone/>
              <a:defRPr sz="1000"/>
            </a:lvl5pPr>
            <a:lvl6pPr marL="2607412" indent="0">
              <a:buNone/>
              <a:defRPr sz="1000"/>
            </a:lvl6pPr>
            <a:lvl7pPr marL="3128894" indent="0">
              <a:buNone/>
              <a:defRPr sz="1000"/>
            </a:lvl7pPr>
            <a:lvl8pPr marL="3650376" indent="0">
              <a:buNone/>
              <a:defRPr sz="1000"/>
            </a:lvl8pPr>
            <a:lvl9pPr marL="4171859" indent="0">
              <a:buNone/>
              <a:defRPr sz="1000"/>
            </a:lvl9pPr>
          </a:lstStyle>
          <a:p>
            <a:pPr lvl="0"/>
            <a:r>
              <a:rPr lang="en-CA" dirty="0"/>
              <a:t>Two rows for title 40 pt</a:t>
            </a:r>
            <a:endParaRPr lang="en-US" dirty="0"/>
          </a:p>
        </p:txBody>
      </p:sp>
      <p:sp>
        <p:nvSpPr>
          <p:cNvPr id="19" name="Content Placeholder 27"/>
          <p:cNvSpPr>
            <a:spLocks noGrp="1"/>
          </p:cNvSpPr>
          <p:nvPr>
            <p:ph sz="quarter" idx="18"/>
          </p:nvPr>
        </p:nvSpPr>
        <p:spPr>
          <a:xfrm>
            <a:off x="8304212" y="2514600"/>
            <a:ext cx="3352799" cy="3657600"/>
          </a:xfrm>
        </p:spPr>
        <p:txBody>
          <a:bodyPr numCol="1">
            <a:normAutofit/>
          </a:bodyPr>
          <a:lstStyle>
            <a:lvl1pPr marL="0" indent="0">
              <a:buClr>
                <a:schemeClr val="accent6"/>
              </a:buClr>
              <a:buFont typeface="Wingdings" pitchFamily="2" charset="2"/>
              <a:buChar char="¨"/>
              <a:defRPr sz="2200"/>
            </a:lvl1pPr>
            <a:lvl2pPr>
              <a:buClr>
                <a:schemeClr val="accent5"/>
              </a:buClr>
              <a:buFont typeface="Wingdings" pitchFamily="2" charset="2"/>
              <a:buChar char="p"/>
              <a:defRPr sz="2200"/>
            </a:lvl2pPr>
            <a:lvl3pPr>
              <a:buClr>
                <a:schemeClr val="accent6"/>
              </a:buClr>
              <a:buFont typeface="Arial" pitchFamily="34" charset="0"/>
              <a:buChar char="►"/>
              <a:defRPr sz="2200"/>
            </a:lvl3pPr>
            <a:lvl4pPr>
              <a:buClr>
                <a:schemeClr val="accent5"/>
              </a:buClr>
              <a:buFont typeface="Arial" pitchFamily="34" charset="0"/>
              <a:buChar char="■"/>
              <a:defRPr sz="2200"/>
            </a:lvl4pPr>
            <a:lvl5pPr>
              <a:buClr>
                <a:schemeClr val="accent6"/>
              </a:buClr>
              <a:defRPr sz="2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4"/>
          <p:cNvSpPr>
            <a:spLocks noGrp="1"/>
          </p:cNvSpPr>
          <p:nvPr>
            <p:ph type="body" sz="quarter" idx="19" hasCustomPrompt="1"/>
          </p:nvPr>
        </p:nvSpPr>
        <p:spPr>
          <a:xfrm>
            <a:off x="8304212" y="1371600"/>
            <a:ext cx="3429000" cy="1066800"/>
          </a:xfrm>
        </p:spPr>
        <p:txBody>
          <a:bodyPr anchor="ctr">
            <a:noAutofit/>
          </a:bodyPr>
          <a:lstStyle>
            <a:lvl1pPr marL="0" indent="0">
              <a:buNone/>
              <a:defRPr sz="4000" b="1">
                <a:solidFill>
                  <a:srgbClr val="0E2D69"/>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dirty="0"/>
              <a:t>Two rows for title 40 pt</a:t>
            </a:r>
            <a:endParaRPr lang="en-US" dirty="0"/>
          </a:p>
        </p:txBody>
      </p:sp>
      <p:cxnSp>
        <p:nvCxnSpPr>
          <p:cNvPr id="24" name="Straight Connector 23">
            <a:extLst>
              <a:ext uri="{FF2B5EF4-FFF2-40B4-BE49-F238E27FC236}">
                <a16:creationId xmlns:a16="http://schemas.microsoft.com/office/drawing/2014/main" id="{F208E74D-9D70-3B41-9778-E6E8B05CDF2D}"/>
              </a:ext>
            </a:extLst>
          </p:cNvPr>
          <p:cNvCxnSpPr>
            <a:cxnSpLocks/>
          </p:cNvCxnSpPr>
          <p:nvPr userDrawn="1"/>
        </p:nvCxnSpPr>
        <p:spPr>
          <a:xfrm>
            <a:off x="3358108" y="476672"/>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9B3484F-8C76-694C-8CD1-F1F8262BD87E}"/>
              </a:ext>
            </a:extLst>
          </p:cNvPr>
          <p:cNvCxnSpPr>
            <a:cxnSpLocks/>
          </p:cNvCxnSpPr>
          <p:nvPr userDrawn="1"/>
        </p:nvCxnSpPr>
        <p:spPr>
          <a:xfrm>
            <a:off x="6704012" y="457200"/>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29" name="Date Placeholder 3"/>
          <p:cNvSpPr>
            <a:spLocks noGrp="1"/>
          </p:cNvSpPr>
          <p:nvPr>
            <p:ph type="dt" sz="half" idx="14"/>
          </p:nvPr>
        </p:nvSpPr>
        <p:spPr>
          <a:xfrm>
            <a:off x="6742484" y="476672"/>
            <a:ext cx="3456384" cy="685800"/>
          </a:xfrm>
          <a:prstGeom prst="rect">
            <a:avLst/>
          </a:prstGeom>
        </p:spPr>
        <p:txBody>
          <a:bodyPr vert="horz" lIns="104296" tIns="52148" rIns="104296" bIns="52148" rtlCol="0" anchor="ctr"/>
          <a:lstStyle>
            <a:lvl1pPr algn="l">
              <a:defRPr sz="1600">
                <a:solidFill>
                  <a:schemeClr val="tx1"/>
                </a:solidFill>
              </a:defRPr>
            </a:lvl1pPr>
          </a:lstStyle>
          <a:p>
            <a:r>
              <a:rPr lang="en-US"/>
              <a:t>The Impact of COVID-19 Restrictions on the Employment of Workers with Disabilities</a:t>
            </a:r>
            <a:endParaRPr lang="en-US" dirty="0"/>
          </a:p>
        </p:txBody>
      </p:sp>
      <p:sp>
        <p:nvSpPr>
          <p:cNvPr id="30" name="Title 1"/>
          <p:cNvSpPr>
            <a:spLocks noGrp="1"/>
          </p:cNvSpPr>
          <p:nvPr>
            <p:ph type="ctrTitle" hasCustomPrompt="1"/>
          </p:nvPr>
        </p:nvSpPr>
        <p:spPr>
          <a:xfrm>
            <a:off x="1053851" y="476672"/>
            <a:ext cx="2269919" cy="685799"/>
          </a:xfrm>
        </p:spPr>
        <p:txBody>
          <a:bodyPr anchor="ctr">
            <a:normAutofit/>
          </a:bodyPr>
          <a:lstStyle>
            <a:lvl1pPr marL="0" marR="0" indent="0" algn="l" defTabSz="1042965" rtl="0" eaLnBrk="1" fontAlgn="auto" latinLnBrk="0" hangingPunct="1">
              <a:lnSpc>
                <a:spcPct val="100000"/>
              </a:lnSpc>
              <a:spcBef>
                <a:spcPct val="0"/>
              </a:spcBef>
              <a:spcAft>
                <a:spcPts val="0"/>
              </a:spcAft>
              <a:buClrTx/>
              <a:buSzTx/>
              <a:buFontTx/>
              <a:buNone/>
              <a:tabLst/>
              <a:defRPr sz="1600" b="0" baseline="0">
                <a:solidFill>
                  <a:schemeClr val="tx1"/>
                </a:solidFill>
              </a:defRPr>
            </a:lvl1pPr>
          </a:lstStyle>
          <a:p>
            <a:pPr lvl="0"/>
            <a:r>
              <a:rPr lang="en-US" dirty="0"/>
              <a:t>Your name </a:t>
            </a:r>
            <a:r>
              <a:rPr lang="en-CA" dirty="0"/>
              <a:t>16 </a:t>
            </a:r>
            <a:r>
              <a:rPr lang="en-US" dirty="0"/>
              <a:t>pt</a:t>
            </a:r>
          </a:p>
        </p:txBody>
      </p:sp>
      <p:sp>
        <p:nvSpPr>
          <p:cNvPr id="31" name="Footer Placeholder 4"/>
          <p:cNvSpPr>
            <a:spLocks noGrp="1"/>
          </p:cNvSpPr>
          <p:nvPr>
            <p:ph type="ftr" sz="quarter" idx="11"/>
          </p:nvPr>
        </p:nvSpPr>
        <p:spPr>
          <a:xfrm>
            <a:off x="3430116" y="476672"/>
            <a:ext cx="3240360" cy="685800"/>
          </a:xfrm>
        </p:spPr>
        <p:txBody>
          <a:bodyPr/>
          <a:lstStyle>
            <a:lvl1pPr algn="l">
              <a:defRPr sz="1600">
                <a:solidFill>
                  <a:schemeClr val="tx1"/>
                </a:solidFill>
              </a:defRPr>
            </a:lvl1pPr>
          </a:lstStyle>
          <a:p>
            <a:r>
              <a:rPr lang="en-US"/>
              <a:t>Second pre-defense</a:t>
            </a:r>
            <a:endParaRPr lang="en-US" dirty="0"/>
          </a:p>
        </p:txBody>
      </p:sp>
      <p:pic>
        <p:nvPicPr>
          <p:cNvPr id="32" name="Picture 31" descr="Icon&#10;&#10;Description automatically generated">
            <a:extLst>
              <a:ext uri="{FF2B5EF4-FFF2-40B4-BE49-F238E27FC236}">
                <a16:creationId xmlns:a16="http://schemas.microsoft.com/office/drawing/2014/main" id="{2FF74A83-394A-E64F-B26C-8B288BF6179A}"/>
              </a:ext>
            </a:extLst>
          </p:cNvPr>
          <p:cNvPicPr>
            <a:picLocks noChangeAspect="1"/>
          </p:cNvPicPr>
          <p:nvPr userDrawn="1"/>
        </p:nvPicPr>
        <p:blipFill>
          <a:blip r:embed="rId3" cstate="print"/>
          <a:stretch>
            <a:fillRect/>
          </a:stretch>
        </p:blipFill>
        <p:spPr>
          <a:xfrm>
            <a:off x="549796" y="620688"/>
            <a:ext cx="448276" cy="448276"/>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pic>
        <p:nvPicPr>
          <p:cNvPr id="34" name="Picture 2"/>
          <p:cNvPicPr>
            <a:picLocks noChangeAspect="1" noChangeArrowheads="1"/>
          </p:cNvPicPr>
          <p:nvPr userDrawn="1"/>
        </p:nvPicPr>
        <p:blipFill>
          <a:blip r:embed="rId2" cstate="print"/>
          <a:srcRect/>
          <a:stretch>
            <a:fillRect/>
          </a:stretch>
        </p:blipFill>
        <p:spPr bwMode="auto">
          <a:xfrm>
            <a:off x="-1" y="0"/>
            <a:ext cx="12197953" cy="6858000"/>
          </a:xfrm>
          <a:prstGeom prst="rect">
            <a:avLst/>
          </a:prstGeom>
          <a:noFill/>
          <a:ln w="9525">
            <a:noFill/>
            <a:miter lim="800000"/>
            <a:headEnd/>
            <a:tailEnd/>
          </a:ln>
        </p:spPr>
      </p:pic>
      <p:sp>
        <p:nvSpPr>
          <p:cNvPr id="9" name="Slide Number Placeholder 8"/>
          <p:cNvSpPr>
            <a:spLocks noGrp="1"/>
          </p:cNvSpPr>
          <p:nvPr>
            <p:ph type="sldNum" sz="quarter" idx="12"/>
          </p:nvPr>
        </p:nvSpPr>
        <p:spPr>
          <a:xfrm>
            <a:off x="10285412" y="457200"/>
            <a:ext cx="1320059" cy="685800"/>
          </a:xfrm>
        </p:spPr>
        <p:txBody>
          <a:bodyPr/>
          <a:lstStyle>
            <a:lvl1pPr algn="l">
              <a:defRPr sz="2000">
                <a:solidFill>
                  <a:srgbClr val="0E2D69"/>
                </a:solidFill>
              </a:defRPr>
            </a:lvl1pPr>
          </a:lstStyle>
          <a:p>
            <a:fld id="{A5520658-BAFE-47DF-9143-2658ED8FD06B}" type="slidenum">
              <a:rPr lang="en-US" smtClean="0"/>
              <a:pPr/>
              <a:t>‹N°›</a:t>
            </a:fld>
            <a:endParaRPr lang="en-US" dirty="0"/>
          </a:p>
        </p:txBody>
      </p:sp>
      <p:cxnSp>
        <p:nvCxnSpPr>
          <p:cNvPr id="17" name="Straight Connector 16">
            <a:extLst>
              <a:ext uri="{FF2B5EF4-FFF2-40B4-BE49-F238E27FC236}">
                <a16:creationId xmlns:a16="http://schemas.microsoft.com/office/drawing/2014/main" id="{B571D10A-0DDC-9847-BD1B-712A3C9F3055}"/>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2E2D9CC-0CF4-324B-BFF1-AC830802DEEB}"/>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20" name="Content Placeholder 27"/>
          <p:cNvSpPr>
            <a:spLocks noGrp="1"/>
          </p:cNvSpPr>
          <p:nvPr>
            <p:ph sz="quarter" idx="16"/>
          </p:nvPr>
        </p:nvSpPr>
        <p:spPr>
          <a:xfrm>
            <a:off x="608013" y="4648200"/>
            <a:ext cx="3886199" cy="1524000"/>
          </a:xfrm>
        </p:spPr>
        <p:txBody>
          <a:bodyPr numCol="1">
            <a:normAutofit/>
          </a:bodyPr>
          <a:lstStyle>
            <a:lvl1pPr marL="0" indent="0">
              <a:buClr>
                <a:schemeClr val="accent6"/>
              </a:buClr>
              <a:buFont typeface="Wingdings" pitchFamily="2" charset="2"/>
              <a:buChar char="¨"/>
              <a:defRPr sz="2200"/>
            </a:lvl1pPr>
            <a:lvl2pPr>
              <a:buClr>
                <a:schemeClr val="accent5"/>
              </a:buClr>
              <a:buFont typeface="Wingdings" pitchFamily="2" charset="2"/>
              <a:buChar char="p"/>
              <a:defRPr sz="2200"/>
            </a:lvl2pPr>
            <a:lvl3pPr>
              <a:buClr>
                <a:schemeClr val="accent6"/>
              </a:buClr>
              <a:buFont typeface="Arial" pitchFamily="34" charset="0"/>
              <a:buChar char="►"/>
              <a:defRPr sz="2200"/>
            </a:lvl3pPr>
            <a:lvl4pPr>
              <a:buClr>
                <a:schemeClr val="accent5"/>
              </a:buClr>
              <a:buFont typeface="Arial" pitchFamily="34" charset="0"/>
              <a:buChar char="■"/>
              <a:defRPr sz="2200"/>
            </a:lvl4pPr>
            <a:lvl5pPr>
              <a:buClr>
                <a:schemeClr val="accent6"/>
              </a:buClr>
              <a:defRPr sz="2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Content Placeholder 27"/>
          <p:cNvSpPr>
            <a:spLocks noGrp="1"/>
          </p:cNvSpPr>
          <p:nvPr>
            <p:ph sz="quarter" idx="17"/>
          </p:nvPr>
        </p:nvSpPr>
        <p:spPr>
          <a:xfrm>
            <a:off x="4570412" y="4648200"/>
            <a:ext cx="3657600" cy="1524000"/>
          </a:xfrm>
        </p:spPr>
        <p:txBody>
          <a:bodyPr numCol="1">
            <a:normAutofit/>
          </a:bodyPr>
          <a:lstStyle>
            <a:lvl1pPr marL="0" indent="0">
              <a:buClr>
                <a:schemeClr val="accent6"/>
              </a:buClr>
              <a:buFont typeface="Wingdings" pitchFamily="2" charset="2"/>
              <a:buChar char="¨"/>
              <a:defRPr sz="2200"/>
            </a:lvl1pPr>
            <a:lvl2pPr>
              <a:buClr>
                <a:schemeClr val="accent5"/>
              </a:buClr>
              <a:buFont typeface="Wingdings" pitchFamily="2" charset="2"/>
              <a:buChar char="p"/>
              <a:defRPr sz="2200"/>
            </a:lvl2pPr>
            <a:lvl3pPr>
              <a:buClr>
                <a:schemeClr val="accent6"/>
              </a:buClr>
              <a:buFont typeface="Arial" pitchFamily="34" charset="0"/>
              <a:buChar char="►"/>
              <a:defRPr sz="2200"/>
            </a:lvl3pPr>
            <a:lvl4pPr>
              <a:buClr>
                <a:schemeClr val="accent5"/>
              </a:buClr>
              <a:buFont typeface="Arial" pitchFamily="34" charset="0"/>
              <a:buChar char="■"/>
              <a:defRPr sz="2200"/>
            </a:lvl4pPr>
            <a:lvl5pPr>
              <a:buClr>
                <a:schemeClr val="accent6"/>
              </a:buClr>
              <a:defRPr sz="2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4"/>
          <p:cNvSpPr>
            <a:spLocks noGrp="1"/>
          </p:cNvSpPr>
          <p:nvPr>
            <p:ph type="body" sz="quarter" idx="3" hasCustomPrompt="1"/>
          </p:nvPr>
        </p:nvSpPr>
        <p:spPr>
          <a:xfrm>
            <a:off x="4570412" y="2133600"/>
            <a:ext cx="3657600" cy="2362200"/>
          </a:xfrm>
        </p:spPr>
        <p:txBody>
          <a:bodyPr anchor="ctr">
            <a:noAutofit/>
          </a:bodyPr>
          <a:lstStyle>
            <a:lvl1pPr marL="0" indent="0">
              <a:buNone/>
              <a:defRPr sz="4000" b="1">
                <a:solidFill>
                  <a:srgbClr val="0E2D69"/>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dirty="0"/>
              <a:t>Two-three rows for title 40 pt</a:t>
            </a:r>
            <a:endParaRPr lang="en-US" dirty="0"/>
          </a:p>
        </p:txBody>
      </p:sp>
      <p:sp>
        <p:nvSpPr>
          <p:cNvPr id="23" name="Text Placeholder 3"/>
          <p:cNvSpPr>
            <a:spLocks noGrp="1"/>
          </p:cNvSpPr>
          <p:nvPr>
            <p:ph type="body" sz="half" idx="2" hasCustomPrompt="1"/>
          </p:nvPr>
        </p:nvSpPr>
        <p:spPr>
          <a:xfrm>
            <a:off x="608012" y="2133600"/>
            <a:ext cx="3886200" cy="2362200"/>
          </a:xfrm>
        </p:spPr>
        <p:txBody>
          <a:bodyPr anchor="ctr">
            <a:noAutofit/>
          </a:bodyPr>
          <a:lstStyle>
            <a:lvl1pPr marL="0" indent="0">
              <a:buNone/>
              <a:defRPr sz="4000" b="1">
                <a:solidFill>
                  <a:srgbClr val="0E2D69"/>
                </a:solidFill>
              </a:defRPr>
            </a:lvl1pPr>
            <a:lvl2pPr marL="521482" indent="0">
              <a:buNone/>
              <a:defRPr sz="1400"/>
            </a:lvl2pPr>
            <a:lvl3pPr marL="1042965" indent="0">
              <a:buNone/>
              <a:defRPr sz="1100"/>
            </a:lvl3pPr>
            <a:lvl4pPr marL="1564447" indent="0">
              <a:buNone/>
              <a:defRPr sz="1000"/>
            </a:lvl4pPr>
            <a:lvl5pPr marL="2085929" indent="0">
              <a:buNone/>
              <a:defRPr sz="1000"/>
            </a:lvl5pPr>
            <a:lvl6pPr marL="2607412" indent="0">
              <a:buNone/>
              <a:defRPr sz="1000"/>
            </a:lvl6pPr>
            <a:lvl7pPr marL="3128894" indent="0">
              <a:buNone/>
              <a:defRPr sz="1000"/>
            </a:lvl7pPr>
            <a:lvl8pPr marL="3650376" indent="0">
              <a:buNone/>
              <a:defRPr sz="1000"/>
            </a:lvl8pPr>
            <a:lvl9pPr marL="4171859" indent="0">
              <a:buNone/>
              <a:defRPr sz="1000"/>
            </a:lvl9pPr>
          </a:lstStyle>
          <a:p>
            <a:pPr lvl="0"/>
            <a:r>
              <a:rPr lang="en-CA" dirty="0"/>
              <a:t>Two-three rows for title 40 pt</a:t>
            </a:r>
            <a:endParaRPr lang="en-US" dirty="0"/>
          </a:p>
        </p:txBody>
      </p:sp>
      <p:sp>
        <p:nvSpPr>
          <p:cNvPr id="19" name="Content Placeholder 27"/>
          <p:cNvSpPr>
            <a:spLocks noGrp="1"/>
          </p:cNvSpPr>
          <p:nvPr>
            <p:ph sz="quarter" idx="18"/>
          </p:nvPr>
        </p:nvSpPr>
        <p:spPr>
          <a:xfrm>
            <a:off x="8304212" y="4648200"/>
            <a:ext cx="3352799" cy="1524000"/>
          </a:xfrm>
        </p:spPr>
        <p:txBody>
          <a:bodyPr numCol="1">
            <a:normAutofit/>
          </a:bodyPr>
          <a:lstStyle>
            <a:lvl1pPr marL="0" indent="0">
              <a:buClr>
                <a:schemeClr val="accent6"/>
              </a:buClr>
              <a:buFont typeface="Wingdings" pitchFamily="2" charset="2"/>
              <a:buChar char="¨"/>
              <a:defRPr sz="2200"/>
            </a:lvl1pPr>
            <a:lvl2pPr>
              <a:buClr>
                <a:schemeClr val="accent5"/>
              </a:buClr>
              <a:buFont typeface="Wingdings" pitchFamily="2" charset="2"/>
              <a:buChar char="p"/>
              <a:defRPr sz="2200"/>
            </a:lvl2pPr>
            <a:lvl3pPr>
              <a:buClr>
                <a:schemeClr val="accent6"/>
              </a:buClr>
              <a:buFont typeface="Arial" pitchFamily="34" charset="0"/>
              <a:buChar char="►"/>
              <a:defRPr sz="2200"/>
            </a:lvl3pPr>
            <a:lvl4pPr>
              <a:buClr>
                <a:schemeClr val="accent5"/>
              </a:buClr>
              <a:buFont typeface="Arial" pitchFamily="34" charset="0"/>
              <a:buChar char="■"/>
              <a:defRPr sz="2200"/>
            </a:lvl4pPr>
            <a:lvl5pPr>
              <a:buClr>
                <a:schemeClr val="accent6"/>
              </a:buClr>
              <a:defRPr sz="2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4"/>
          <p:cNvSpPr>
            <a:spLocks noGrp="1"/>
          </p:cNvSpPr>
          <p:nvPr>
            <p:ph type="body" sz="quarter" idx="19" hasCustomPrompt="1"/>
          </p:nvPr>
        </p:nvSpPr>
        <p:spPr>
          <a:xfrm>
            <a:off x="8304212" y="2133600"/>
            <a:ext cx="3429000" cy="2362200"/>
          </a:xfrm>
        </p:spPr>
        <p:txBody>
          <a:bodyPr anchor="ctr">
            <a:noAutofit/>
          </a:bodyPr>
          <a:lstStyle>
            <a:lvl1pPr marL="0" indent="0">
              <a:buNone/>
              <a:defRPr sz="4000" b="1">
                <a:solidFill>
                  <a:srgbClr val="0E2D69"/>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dirty="0"/>
              <a:t>Two-three rows for title 40 pt</a:t>
            </a:r>
            <a:endParaRPr lang="en-US" dirty="0"/>
          </a:p>
        </p:txBody>
      </p:sp>
      <p:sp>
        <p:nvSpPr>
          <p:cNvPr id="28" name="Text Placeholder 27"/>
          <p:cNvSpPr>
            <a:spLocks noGrp="1"/>
          </p:cNvSpPr>
          <p:nvPr>
            <p:ph type="body" sz="quarter" idx="20" hasCustomPrompt="1"/>
          </p:nvPr>
        </p:nvSpPr>
        <p:spPr>
          <a:xfrm>
            <a:off x="608012" y="1295400"/>
            <a:ext cx="6019801" cy="762000"/>
          </a:xfrm>
        </p:spPr>
        <p:txBody>
          <a:bodyPr>
            <a:normAutofit/>
          </a:bodyPr>
          <a:lstStyle>
            <a:lvl1pPr>
              <a:buNone/>
              <a:defRPr sz="2200"/>
            </a:lvl1pPr>
          </a:lstStyle>
          <a:p>
            <a:pPr lvl="0"/>
            <a:r>
              <a:rPr lang="en-US" dirty="0"/>
              <a:t>Description 22 pt</a:t>
            </a:r>
          </a:p>
        </p:txBody>
      </p:sp>
      <p:cxnSp>
        <p:nvCxnSpPr>
          <p:cNvPr id="24" name="Straight Connector 23">
            <a:extLst>
              <a:ext uri="{FF2B5EF4-FFF2-40B4-BE49-F238E27FC236}">
                <a16:creationId xmlns:a16="http://schemas.microsoft.com/office/drawing/2014/main" id="{F208E74D-9D70-3B41-9778-E6E8B05CDF2D}"/>
              </a:ext>
            </a:extLst>
          </p:cNvPr>
          <p:cNvCxnSpPr>
            <a:cxnSpLocks/>
          </p:cNvCxnSpPr>
          <p:nvPr userDrawn="1"/>
        </p:nvCxnSpPr>
        <p:spPr>
          <a:xfrm>
            <a:off x="3358108" y="476672"/>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9B3484F-8C76-694C-8CD1-F1F8262BD87E}"/>
              </a:ext>
            </a:extLst>
          </p:cNvPr>
          <p:cNvCxnSpPr>
            <a:cxnSpLocks/>
          </p:cNvCxnSpPr>
          <p:nvPr userDrawn="1"/>
        </p:nvCxnSpPr>
        <p:spPr>
          <a:xfrm>
            <a:off x="6704012" y="457200"/>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30" name="Date Placeholder 3"/>
          <p:cNvSpPr>
            <a:spLocks noGrp="1"/>
          </p:cNvSpPr>
          <p:nvPr>
            <p:ph type="dt" sz="half" idx="14"/>
          </p:nvPr>
        </p:nvSpPr>
        <p:spPr>
          <a:xfrm>
            <a:off x="6742484" y="476672"/>
            <a:ext cx="3456384" cy="685800"/>
          </a:xfrm>
          <a:prstGeom prst="rect">
            <a:avLst/>
          </a:prstGeom>
        </p:spPr>
        <p:txBody>
          <a:bodyPr vert="horz" lIns="104296" tIns="52148" rIns="104296" bIns="52148" rtlCol="0" anchor="ctr"/>
          <a:lstStyle>
            <a:lvl1pPr algn="l">
              <a:defRPr sz="1600">
                <a:solidFill>
                  <a:schemeClr val="tx1"/>
                </a:solidFill>
              </a:defRPr>
            </a:lvl1pPr>
          </a:lstStyle>
          <a:p>
            <a:r>
              <a:rPr lang="en-US"/>
              <a:t>The Impact of COVID-19 Restrictions on the Employment of Workers with Disabilities</a:t>
            </a:r>
            <a:endParaRPr lang="en-US" dirty="0"/>
          </a:p>
        </p:txBody>
      </p:sp>
      <p:sp>
        <p:nvSpPr>
          <p:cNvPr id="31" name="Title 1"/>
          <p:cNvSpPr>
            <a:spLocks noGrp="1"/>
          </p:cNvSpPr>
          <p:nvPr>
            <p:ph type="ctrTitle" hasCustomPrompt="1"/>
          </p:nvPr>
        </p:nvSpPr>
        <p:spPr>
          <a:xfrm>
            <a:off x="1053851" y="476672"/>
            <a:ext cx="2269919" cy="685799"/>
          </a:xfrm>
        </p:spPr>
        <p:txBody>
          <a:bodyPr anchor="ctr">
            <a:normAutofit/>
          </a:bodyPr>
          <a:lstStyle>
            <a:lvl1pPr marL="0" marR="0" indent="0" algn="l" defTabSz="1042965" rtl="0" eaLnBrk="1" fontAlgn="auto" latinLnBrk="0" hangingPunct="1">
              <a:lnSpc>
                <a:spcPct val="100000"/>
              </a:lnSpc>
              <a:spcBef>
                <a:spcPct val="0"/>
              </a:spcBef>
              <a:spcAft>
                <a:spcPts val="0"/>
              </a:spcAft>
              <a:buClrTx/>
              <a:buSzTx/>
              <a:buFontTx/>
              <a:buNone/>
              <a:tabLst/>
              <a:defRPr sz="1600" b="0" baseline="0">
                <a:solidFill>
                  <a:schemeClr val="tx1"/>
                </a:solidFill>
              </a:defRPr>
            </a:lvl1pPr>
          </a:lstStyle>
          <a:p>
            <a:pPr lvl="0"/>
            <a:r>
              <a:rPr lang="en-US" dirty="0"/>
              <a:t>Your name </a:t>
            </a:r>
            <a:r>
              <a:rPr lang="en-CA" dirty="0"/>
              <a:t>16 </a:t>
            </a:r>
            <a:r>
              <a:rPr lang="en-US" dirty="0"/>
              <a:t>pt</a:t>
            </a:r>
          </a:p>
        </p:txBody>
      </p:sp>
      <p:sp>
        <p:nvSpPr>
          <p:cNvPr id="32" name="Footer Placeholder 4"/>
          <p:cNvSpPr>
            <a:spLocks noGrp="1"/>
          </p:cNvSpPr>
          <p:nvPr>
            <p:ph type="ftr" sz="quarter" idx="11"/>
          </p:nvPr>
        </p:nvSpPr>
        <p:spPr>
          <a:xfrm>
            <a:off x="3430116" y="476672"/>
            <a:ext cx="3240360" cy="685800"/>
          </a:xfrm>
        </p:spPr>
        <p:txBody>
          <a:bodyPr/>
          <a:lstStyle>
            <a:lvl1pPr algn="l">
              <a:defRPr sz="1600">
                <a:solidFill>
                  <a:schemeClr val="tx1"/>
                </a:solidFill>
              </a:defRPr>
            </a:lvl1pPr>
          </a:lstStyle>
          <a:p>
            <a:r>
              <a:rPr lang="en-US"/>
              <a:t>Second pre-defense</a:t>
            </a:r>
            <a:endParaRPr lang="en-US" dirty="0"/>
          </a:p>
        </p:txBody>
      </p:sp>
      <p:pic>
        <p:nvPicPr>
          <p:cNvPr id="33" name="Picture 32" descr="Icon&#10;&#10;Description automatically generated">
            <a:extLst>
              <a:ext uri="{FF2B5EF4-FFF2-40B4-BE49-F238E27FC236}">
                <a16:creationId xmlns:a16="http://schemas.microsoft.com/office/drawing/2014/main" id="{2FF74A83-394A-E64F-B26C-8B288BF6179A}"/>
              </a:ext>
            </a:extLst>
          </p:cNvPr>
          <p:cNvPicPr>
            <a:picLocks noChangeAspect="1"/>
          </p:cNvPicPr>
          <p:nvPr userDrawn="1"/>
        </p:nvPicPr>
        <p:blipFill>
          <a:blip r:embed="rId3" cstate="print"/>
          <a:stretch>
            <a:fillRect/>
          </a:stretch>
        </p:blipFill>
        <p:spPr>
          <a:xfrm>
            <a:off x="549796" y="620688"/>
            <a:ext cx="448276" cy="448276"/>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itation">
    <p:spTree>
      <p:nvGrpSpPr>
        <p:cNvPr id="1" name=""/>
        <p:cNvGrpSpPr/>
        <p:nvPr/>
      </p:nvGrpSpPr>
      <p:grpSpPr>
        <a:xfrm>
          <a:off x="0" y="0"/>
          <a:ext cx="0" cy="0"/>
          <a:chOff x="0" y="0"/>
          <a:chExt cx="0" cy="0"/>
        </a:xfrm>
      </p:grpSpPr>
      <p:pic>
        <p:nvPicPr>
          <p:cNvPr id="29" name="Picture 2"/>
          <p:cNvPicPr>
            <a:picLocks noChangeAspect="1" noChangeArrowheads="1"/>
          </p:cNvPicPr>
          <p:nvPr userDrawn="1"/>
        </p:nvPicPr>
        <p:blipFill>
          <a:blip r:embed="rId2" cstate="print"/>
          <a:srcRect/>
          <a:stretch>
            <a:fillRect/>
          </a:stretch>
        </p:blipFill>
        <p:spPr bwMode="auto">
          <a:xfrm>
            <a:off x="-1" y="0"/>
            <a:ext cx="12197953" cy="6858000"/>
          </a:xfrm>
          <a:prstGeom prst="rect">
            <a:avLst/>
          </a:prstGeom>
          <a:noFill/>
          <a:ln w="9525">
            <a:noFill/>
            <a:miter lim="800000"/>
            <a:headEnd/>
            <a:tailEnd/>
          </a:ln>
        </p:spPr>
      </p:pic>
      <p:sp>
        <p:nvSpPr>
          <p:cNvPr id="9" name="Slide Number Placeholder 8"/>
          <p:cNvSpPr>
            <a:spLocks noGrp="1"/>
          </p:cNvSpPr>
          <p:nvPr>
            <p:ph type="sldNum" sz="quarter" idx="12"/>
          </p:nvPr>
        </p:nvSpPr>
        <p:spPr>
          <a:xfrm>
            <a:off x="10285412" y="457200"/>
            <a:ext cx="1320059" cy="685800"/>
          </a:xfrm>
        </p:spPr>
        <p:txBody>
          <a:bodyPr/>
          <a:lstStyle>
            <a:lvl1pPr algn="l">
              <a:defRPr sz="2000">
                <a:solidFill>
                  <a:srgbClr val="0E2D69"/>
                </a:solidFill>
              </a:defRPr>
            </a:lvl1pPr>
          </a:lstStyle>
          <a:p>
            <a:fld id="{A5520658-BAFE-47DF-9143-2658ED8FD06B}" type="slidenum">
              <a:rPr lang="en-US" smtClean="0"/>
              <a:pPr/>
              <a:t>‹N°›</a:t>
            </a:fld>
            <a:endParaRPr lang="en-US" dirty="0"/>
          </a:p>
        </p:txBody>
      </p:sp>
      <p:cxnSp>
        <p:nvCxnSpPr>
          <p:cNvPr id="17" name="Straight Connector 16">
            <a:extLst>
              <a:ext uri="{FF2B5EF4-FFF2-40B4-BE49-F238E27FC236}">
                <a16:creationId xmlns:a16="http://schemas.microsoft.com/office/drawing/2014/main" id="{B571D10A-0DDC-9847-BD1B-712A3C9F3055}"/>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2E2D9CC-0CF4-324B-BFF1-AC830802DEEB}"/>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20" name="Content Placeholder 27"/>
          <p:cNvSpPr>
            <a:spLocks noGrp="1"/>
          </p:cNvSpPr>
          <p:nvPr>
            <p:ph sz="quarter" idx="16"/>
          </p:nvPr>
        </p:nvSpPr>
        <p:spPr>
          <a:xfrm>
            <a:off x="455612" y="2514600"/>
            <a:ext cx="5638801" cy="3657600"/>
          </a:xfrm>
        </p:spPr>
        <p:txBody>
          <a:bodyPr numCol="1">
            <a:normAutofit/>
          </a:bodyPr>
          <a:lstStyle>
            <a:lvl1pPr marL="0" indent="0">
              <a:buClr>
                <a:schemeClr val="accent6"/>
              </a:buClr>
              <a:buFont typeface="Wingdings" pitchFamily="2" charset="2"/>
              <a:buChar char="¨"/>
              <a:tabLst/>
              <a:defRPr sz="2200"/>
            </a:lvl1pPr>
            <a:lvl2pPr>
              <a:buClr>
                <a:schemeClr val="accent5"/>
              </a:buClr>
              <a:buFont typeface="Wingdings" pitchFamily="2" charset="2"/>
              <a:buChar char="p"/>
              <a:defRPr sz="2200"/>
            </a:lvl2pPr>
            <a:lvl3pPr>
              <a:buClr>
                <a:schemeClr val="accent6"/>
              </a:buClr>
              <a:buFont typeface="Arial" pitchFamily="34" charset="0"/>
              <a:buChar char="►"/>
              <a:defRPr sz="2200"/>
            </a:lvl3pPr>
            <a:lvl4pPr>
              <a:buClr>
                <a:schemeClr val="accent5"/>
              </a:buClr>
              <a:buFont typeface="Arial" pitchFamily="34" charset="0"/>
              <a:buChar char="■"/>
              <a:defRPr sz="2200"/>
            </a:lvl4pPr>
            <a:lvl5pPr>
              <a:buClr>
                <a:schemeClr val="accent6"/>
              </a:buClr>
              <a:defRPr sz="2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Box 34"/>
          <p:cNvSpPr txBox="1"/>
          <p:nvPr userDrawn="1"/>
        </p:nvSpPr>
        <p:spPr>
          <a:xfrm>
            <a:off x="6323012" y="1600200"/>
            <a:ext cx="3657600" cy="415498"/>
          </a:xfrm>
          <a:prstGeom prst="rect">
            <a:avLst/>
          </a:prstGeom>
          <a:noFill/>
        </p:spPr>
        <p:txBody>
          <a:bodyPr wrap="square" rtlCol="0">
            <a:spAutoFit/>
          </a:bodyPr>
          <a:lstStyle/>
          <a:p>
            <a:pPr marL="0" marR="0" indent="0" algn="l" defTabSz="1042965" rtl="0" eaLnBrk="1" fontAlgn="auto" latinLnBrk="0" hangingPunct="1">
              <a:lnSpc>
                <a:spcPct val="100000"/>
              </a:lnSpc>
              <a:spcBef>
                <a:spcPts val="0"/>
              </a:spcBef>
              <a:spcAft>
                <a:spcPts val="0"/>
              </a:spcAft>
              <a:buClrTx/>
              <a:buSzTx/>
              <a:buFontTx/>
              <a:buNone/>
              <a:tabLst/>
              <a:defRPr/>
            </a:pPr>
            <a:endParaRPr lang="en-US" dirty="0"/>
          </a:p>
        </p:txBody>
      </p:sp>
      <p:sp>
        <p:nvSpPr>
          <p:cNvPr id="16" name="Text Placeholder 4"/>
          <p:cNvSpPr>
            <a:spLocks noGrp="1"/>
          </p:cNvSpPr>
          <p:nvPr>
            <p:ph type="body" sz="quarter" idx="3" hasCustomPrompt="1"/>
          </p:nvPr>
        </p:nvSpPr>
        <p:spPr>
          <a:xfrm>
            <a:off x="6191250" y="1447800"/>
            <a:ext cx="5465762" cy="4724400"/>
          </a:xfrm>
        </p:spPr>
        <p:txBody>
          <a:bodyPr anchor="ctr">
            <a:noAutofit/>
          </a:bodyPr>
          <a:lstStyle>
            <a:lvl1pPr marL="0" indent="0">
              <a:buNone/>
              <a:defRPr sz="3000" b="0" i="1">
                <a:solidFill>
                  <a:srgbClr val="0E2D69"/>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dirty="0"/>
              <a:t>Citation 30 pt</a:t>
            </a:r>
            <a:endParaRPr lang="en-US" dirty="0"/>
          </a:p>
        </p:txBody>
      </p:sp>
      <p:sp>
        <p:nvSpPr>
          <p:cNvPr id="22" name="Text Placeholder 3"/>
          <p:cNvSpPr>
            <a:spLocks noGrp="1"/>
          </p:cNvSpPr>
          <p:nvPr>
            <p:ph type="body" sz="half" idx="2" hasCustomPrompt="1"/>
          </p:nvPr>
        </p:nvSpPr>
        <p:spPr>
          <a:xfrm>
            <a:off x="608012" y="1371600"/>
            <a:ext cx="5181600" cy="1066800"/>
          </a:xfrm>
        </p:spPr>
        <p:txBody>
          <a:bodyPr anchor="ctr">
            <a:noAutofit/>
          </a:bodyPr>
          <a:lstStyle>
            <a:lvl1pPr marL="0" indent="0">
              <a:buNone/>
              <a:defRPr sz="4000" b="1">
                <a:solidFill>
                  <a:srgbClr val="0E2D69"/>
                </a:solidFill>
              </a:defRPr>
            </a:lvl1pPr>
            <a:lvl2pPr marL="521482" indent="0">
              <a:buNone/>
              <a:defRPr sz="1400"/>
            </a:lvl2pPr>
            <a:lvl3pPr marL="1042965" indent="0">
              <a:buNone/>
              <a:defRPr sz="1100"/>
            </a:lvl3pPr>
            <a:lvl4pPr marL="1564447" indent="0">
              <a:buNone/>
              <a:defRPr sz="1000"/>
            </a:lvl4pPr>
            <a:lvl5pPr marL="2085929" indent="0">
              <a:buNone/>
              <a:defRPr sz="1000"/>
            </a:lvl5pPr>
            <a:lvl6pPr marL="2607412" indent="0">
              <a:buNone/>
              <a:defRPr sz="1000"/>
            </a:lvl6pPr>
            <a:lvl7pPr marL="3128894" indent="0">
              <a:buNone/>
              <a:defRPr sz="1000"/>
            </a:lvl7pPr>
            <a:lvl8pPr marL="3650376" indent="0">
              <a:buNone/>
              <a:defRPr sz="1000"/>
            </a:lvl8pPr>
            <a:lvl9pPr marL="4171859" indent="0">
              <a:buNone/>
              <a:defRPr sz="1000"/>
            </a:lvl9pPr>
          </a:lstStyle>
          <a:p>
            <a:pPr lvl="0"/>
            <a:r>
              <a:rPr lang="en-CA" dirty="0"/>
              <a:t>Two-three rows for title 40 pt</a:t>
            </a:r>
            <a:endParaRPr lang="en-US" dirty="0"/>
          </a:p>
        </p:txBody>
      </p:sp>
      <p:cxnSp>
        <p:nvCxnSpPr>
          <p:cNvPr id="14" name="Straight Connector 13">
            <a:extLst>
              <a:ext uri="{FF2B5EF4-FFF2-40B4-BE49-F238E27FC236}">
                <a16:creationId xmlns:a16="http://schemas.microsoft.com/office/drawing/2014/main" id="{F208E74D-9D70-3B41-9778-E6E8B05CDF2D}"/>
              </a:ext>
            </a:extLst>
          </p:cNvPr>
          <p:cNvCxnSpPr>
            <a:cxnSpLocks/>
          </p:cNvCxnSpPr>
          <p:nvPr userDrawn="1"/>
        </p:nvCxnSpPr>
        <p:spPr>
          <a:xfrm>
            <a:off x="3358108" y="476672"/>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9B3484F-8C76-694C-8CD1-F1F8262BD87E}"/>
              </a:ext>
            </a:extLst>
          </p:cNvPr>
          <p:cNvCxnSpPr>
            <a:cxnSpLocks/>
          </p:cNvCxnSpPr>
          <p:nvPr userDrawn="1"/>
        </p:nvCxnSpPr>
        <p:spPr>
          <a:xfrm>
            <a:off x="6704012" y="457200"/>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25" name="Date Placeholder 3"/>
          <p:cNvSpPr>
            <a:spLocks noGrp="1"/>
          </p:cNvSpPr>
          <p:nvPr>
            <p:ph type="dt" sz="half" idx="14"/>
          </p:nvPr>
        </p:nvSpPr>
        <p:spPr>
          <a:xfrm>
            <a:off x="6742484" y="476672"/>
            <a:ext cx="3456384" cy="685800"/>
          </a:xfrm>
          <a:prstGeom prst="rect">
            <a:avLst/>
          </a:prstGeom>
        </p:spPr>
        <p:txBody>
          <a:bodyPr vert="horz" lIns="104296" tIns="52148" rIns="104296" bIns="52148" rtlCol="0" anchor="ctr"/>
          <a:lstStyle>
            <a:lvl1pPr algn="l">
              <a:defRPr sz="1600">
                <a:solidFill>
                  <a:schemeClr val="tx1"/>
                </a:solidFill>
              </a:defRPr>
            </a:lvl1pPr>
          </a:lstStyle>
          <a:p>
            <a:r>
              <a:rPr lang="en-US"/>
              <a:t>The Impact of COVID-19 Restrictions on the Employment of Workers with Disabilities</a:t>
            </a:r>
            <a:endParaRPr lang="en-US" dirty="0"/>
          </a:p>
        </p:txBody>
      </p:sp>
      <p:sp>
        <p:nvSpPr>
          <p:cNvPr id="26" name="Title 1"/>
          <p:cNvSpPr>
            <a:spLocks noGrp="1"/>
          </p:cNvSpPr>
          <p:nvPr>
            <p:ph type="ctrTitle" hasCustomPrompt="1"/>
          </p:nvPr>
        </p:nvSpPr>
        <p:spPr>
          <a:xfrm>
            <a:off x="1053851" y="476672"/>
            <a:ext cx="2269919" cy="685799"/>
          </a:xfrm>
        </p:spPr>
        <p:txBody>
          <a:bodyPr anchor="ctr">
            <a:normAutofit/>
          </a:bodyPr>
          <a:lstStyle>
            <a:lvl1pPr marL="0" marR="0" indent="0" algn="l" defTabSz="1042965" rtl="0" eaLnBrk="1" fontAlgn="auto" latinLnBrk="0" hangingPunct="1">
              <a:lnSpc>
                <a:spcPct val="100000"/>
              </a:lnSpc>
              <a:spcBef>
                <a:spcPct val="0"/>
              </a:spcBef>
              <a:spcAft>
                <a:spcPts val="0"/>
              </a:spcAft>
              <a:buClrTx/>
              <a:buSzTx/>
              <a:buFontTx/>
              <a:buNone/>
              <a:tabLst/>
              <a:defRPr sz="1600" b="0" baseline="0">
                <a:solidFill>
                  <a:schemeClr val="tx1"/>
                </a:solidFill>
              </a:defRPr>
            </a:lvl1pPr>
          </a:lstStyle>
          <a:p>
            <a:pPr lvl="0"/>
            <a:r>
              <a:rPr lang="en-US" dirty="0"/>
              <a:t>Your name </a:t>
            </a:r>
            <a:r>
              <a:rPr lang="en-CA" dirty="0"/>
              <a:t>16 </a:t>
            </a:r>
            <a:r>
              <a:rPr lang="en-US" dirty="0"/>
              <a:t>pt</a:t>
            </a:r>
          </a:p>
        </p:txBody>
      </p:sp>
      <p:sp>
        <p:nvSpPr>
          <p:cNvPr id="27" name="Footer Placeholder 4"/>
          <p:cNvSpPr>
            <a:spLocks noGrp="1"/>
          </p:cNvSpPr>
          <p:nvPr>
            <p:ph type="ftr" sz="quarter" idx="11"/>
          </p:nvPr>
        </p:nvSpPr>
        <p:spPr>
          <a:xfrm>
            <a:off x="3430116" y="476672"/>
            <a:ext cx="3240360" cy="685800"/>
          </a:xfrm>
        </p:spPr>
        <p:txBody>
          <a:bodyPr/>
          <a:lstStyle>
            <a:lvl1pPr algn="l">
              <a:defRPr sz="1600">
                <a:solidFill>
                  <a:schemeClr val="tx1"/>
                </a:solidFill>
              </a:defRPr>
            </a:lvl1pPr>
          </a:lstStyle>
          <a:p>
            <a:r>
              <a:rPr lang="en-US"/>
              <a:t>Second pre-defense</a:t>
            </a:r>
            <a:endParaRPr lang="en-US" dirty="0"/>
          </a:p>
        </p:txBody>
      </p:sp>
      <p:pic>
        <p:nvPicPr>
          <p:cNvPr id="28" name="Picture 27" descr="Icon&#10;&#10;Description automatically generated">
            <a:extLst>
              <a:ext uri="{FF2B5EF4-FFF2-40B4-BE49-F238E27FC236}">
                <a16:creationId xmlns:a16="http://schemas.microsoft.com/office/drawing/2014/main" id="{2FF74A83-394A-E64F-B26C-8B288BF6179A}"/>
              </a:ext>
            </a:extLst>
          </p:cNvPr>
          <p:cNvPicPr>
            <a:picLocks noChangeAspect="1"/>
          </p:cNvPicPr>
          <p:nvPr userDrawn="1"/>
        </p:nvPicPr>
        <p:blipFill>
          <a:blip r:embed="rId3" cstate="print"/>
          <a:stretch>
            <a:fillRect/>
          </a:stretch>
        </p:blipFill>
        <p:spPr>
          <a:xfrm>
            <a:off x="549796" y="620688"/>
            <a:ext cx="448276" cy="448276"/>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24" name="Picture 2"/>
          <p:cNvPicPr>
            <a:picLocks noChangeAspect="1" noChangeArrowheads="1"/>
          </p:cNvPicPr>
          <p:nvPr userDrawn="1"/>
        </p:nvPicPr>
        <p:blipFill>
          <a:blip r:embed="rId2" cstate="print"/>
          <a:srcRect/>
          <a:stretch>
            <a:fillRect/>
          </a:stretch>
        </p:blipFill>
        <p:spPr bwMode="auto">
          <a:xfrm>
            <a:off x="-1" y="0"/>
            <a:ext cx="12197953" cy="6858000"/>
          </a:xfrm>
          <a:prstGeom prst="rect">
            <a:avLst/>
          </a:prstGeom>
          <a:noFill/>
          <a:ln w="9525">
            <a:noFill/>
            <a:miter lim="800000"/>
            <a:headEnd/>
            <a:tailEnd/>
          </a:ln>
        </p:spPr>
      </p:pic>
      <p:sp>
        <p:nvSpPr>
          <p:cNvPr id="3" name="Picture Placeholder 2"/>
          <p:cNvSpPr>
            <a:spLocks noGrp="1"/>
          </p:cNvSpPr>
          <p:nvPr>
            <p:ph type="pic" idx="1"/>
          </p:nvPr>
        </p:nvSpPr>
        <p:spPr>
          <a:xfrm>
            <a:off x="1217612" y="1142999"/>
            <a:ext cx="9525000" cy="3584575"/>
          </a:xfrm>
        </p:spPr>
        <p:txBody>
          <a:bodyPr/>
          <a:lstStyle>
            <a:lvl1pPr marL="0" indent="0">
              <a:buNone/>
              <a:defRPr sz="3600"/>
            </a:lvl1pPr>
            <a:lvl2pPr marL="521482" indent="0">
              <a:buNone/>
              <a:defRPr sz="3200"/>
            </a:lvl2pPr>
            <a:lvl3pPr marL="1042965" indent="0">
              <a:buNone/>
              <a:defRPr sz="2700"/>
            </a:lvl3pPr>
            <a:lvl4pPr marL="1564447" indent="0">
              <a:buNone/>
              <a:defRPr sz="2300"/>
            </a:lvl4pPr>
            <a:lvl5pPr marL="2085929" indent="0">
              <a:buNone/>
              <a:defRPr sz="2300"/>
            </a:lvl5pPr>
            <a:lvl6pPr marL="2607412" indent="0">
              <a:buNone/>
              <a:defRPr sz="2300"/>
            </a:lvl6pPr>
            <a:lvl7pPr marL="3128894" indent="0">
              <a:buNone/>
              <a:defRPr sz="2300"/>
            </a:lvl7pPr>
            <a:lvl8pPr marL="3650376" indent="0">
              <a:buNone/>
              <a:defRPr sz="2300"/>
            </a:lvl8pPr>
            <a:lvl9pPr marL="4171859" indent="0">
              <a:buNone/>
              <a:defRPr sz="2300"/>
            </a:lvl9pPr>
          </a:lstStyle>
          <a:p>
            <a:r>
              <a:rPr lang="en-US"/>
              <a:t>Click icon to add picture</a:t>
            </a:r>
            <a:endParaRPr lang="en-US" dirty="0"/>
          </a:p>
        </p:txBody>
      </p:sp>
      <p:sp>
        <p:nvSpPr>
          <p:cNvPr id="4" name="Text Placeholder 3"/>
          <p:cNvSpPr>
            <a:spLocks noGrp="1"/>
          </p:cNvSpPr>
          <p:nvPr>
            <p:ph type="body" sz="half" idx="2" hasCustomPrompt="1"/>
          </p:nvPr>
        </p:nvSpPr>
        <p:spPr>
          <a:xfrm>
            <a:off x="2389096" y="5367338"/>
            <a:ext cx="7313295" cy="804862"/>
          </a:xfrm>
        </p:spPr>
        <p:txBody>
          <a:bodyPr>
            <a:normAutofit/>
          </a:bodyPr>
          <a:lstStyle>
            <a:lvl1pPr marL="0" indent="0">
              <a:buNone/>
              <a:defRPr sz="2000">
                <a:solidFill>
                  <a:schemeClr val="tx1"/>
                </a:solidFill>
              </a:defRPr>
            </a:lvl1pPr>
            <a:lvl2pPr marL="521482" indent="0">
              <a:buNone/>
              <a:defRPr sz="1400"/>
            </a:lvl2pPr>
            <a:lvl3pPr marL="1042965" indent="0">
              <a:buNone/>
              <a:defRPr sz="1100"/>
            </a:lvl3pPr>
            <a:lvl4pPr marL="1564447" indent="0">
              <a:buNone/>
              <a:defRPr sz="1000"/>
            </a:lvl4pPr>
            <a:lvl5pPr marL="2085929" indent="0">
              <a:buNone/>
              <a:defRPr sz="1000"/>
            </a:lvl5pPr>
            <a:lvl6pPr marL="2607412" indent="0">
              <a:buNone/>
              <a:defRPr sz="1000"/>
            </a:lvl6pPr>
            <a:lvl7pPr marL="3128894" indent="0">
              <a:buNone/>
              <a:defRPr sz="1000"/>
            </a:lvl7pPr>
            <a:lvl8pPr marL="3650376" indent="0">
              <a:buNone/>
              <a:defRPr sz="1000"/>
            </a:lvl8pPr>
            <a:lvl9pPr marL="4171859" indent="0">
              <a:buNone/>
              <a:defRPr sz="1000"/>
            </a:lvl9pPr>
          </a:lstStyle>
          <a:p>
            <a:pPr lvl="0"/>
            <a:r>
              <a:rPr lang="en-US" dirty="0"/>
              <a:t>Subtitle 20 pt</a:t>
            </a:r>
          </a:p>
        </p:txBody>
      </p:sp>
      <p:cxnSp>
        <p:nvCxnSpPr>
          <p:cNvPr id="9" name="Straight Connector 8">
            <a:extLst>
              <a:ext uri="{FF2B5EF4-FFF2-40B4-BE49-F238E27FC236}">
                <a16:creationId xmlns:a16="http://schemas.microsoft.com/office/drawing/2014/main" id="{62E2D9CC-0CF4-324B-BFF1-AC830802DEEB}"/>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571D10A-0DDC-9847-BD1B-712A3C9F3055}"/>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3" name="Text Placeholder 3"/>
          <p:cNvSpPr>
            <a:spLocks noGrp="1"/>
          </p:cNvSpPr>
          <p:nvPr>
            <p:ph type="body" sz="half" idx="13" hasCustomPrompt="1"/>
          </p:nvPr>
        </p:nvSpPr>
        <p:spPr>
          <a:xfrm>
            <a:off x="2513012" y="4876800"/>
            <a:ext cx="7239000" cy="457200"/>
          </a:xfrm>
        </p:spPr>
        <p:txBody>
          <a:bodyPr>
            <a:normAutofit/>
          </a:bodyPr>
          <a:lstStyle>
            <a:lvl1pPr marL="0" indent="0">
              <a:buNone/>
              <a:defRPr sz="2300" b="1">
                <a:solidFill>
                  <a:srgbClr val="0E2D69"/>
                </a:solidFill>
              </a:defRPr>
            </a:lvl1pPr>
            <a:lvl2pPr marL="521482" indent="0">
              <a:buNone/>
              <a:defRPr sz="1400"/>
            </a:lvl2pPr>
            <a:lvl3pPr marL="1042965" indent="0">
              <a:buNone/>
              <a:defRPr sz="1100"/>
            </a:lvl3pPr>
            <a:lvl4pPr marL="1564447" indent="0">
              <a:buNone/>
              <a:defRPr sz="1000"/>
            </a:lvl4pPr>
            <a:lvl5pPr marL="2085929" indent="0">
              <a:buNone/>
              <a:defRPr sz="1000"/>
            </a:lvl5pPr>
            <a:lvl6pPr marL="2607412" indent="0">
              <a:buNone/>
              <a:defRPr sz="1000"/>
            </a:lvl6pPr>
            <a:lvl7pPr marL="3128894" indent="0">
              <a:buNone/>
              <a:defRPr sz="1000"/>
            </a:lvl7pPr>
            <a:lvl8pPr marL="3650376" indent="0">
              <a:buNone/>
              <a:defRPr sz="1000"/>
            </a:lvl8pPr>
            <a:lvl9pPr marL="4171859" indent="0">
              <a:buNone/>
              <a:defRPr sz="1000"/>
            </a:lvl9pPr>
          </a:lstStyle>
          <a:p>
            <a:pPr lvl="0"/>
            <a:r>
              <a:rPr lang="en-US" dirty="0"/>
              <a:t>Title 23 pt </a:t>
            </a:r>
          </a:p>
        </p:txBody>
      </p:sp>
      <p:sp>
        <p:nvSpPr>
          <p:cNvPr id="17" name="Slide Number Placeholder 8"/>
          <p:cNvSpPr>
            <a:spLocks noGrp="1"/>
          </p:cNvSpPr>
          <p:nvPr>
            <p:ph type="sldNum" sz="quarter" idx="12"/>
          </p:nvPr>
        </p:nvSpPr>
        <p:spPr>
          <a:xfrm>
            <a:off x="10285412" y="457200"/>
            <a:ext cx="1320059" cy="685800"/>
          </a:xfrm>
        </p:spPr>
        <p:txBody>
          <a:bodyPr/>
          <a:lstStyle>
            <a:lvl1pPr algn="l">
              <a:defRPr sz="2000">
                <a:solidFill>
                  <a:srgbClr val="0E2D69"/>
                </a:solidFill>
              </a:defRPr>
            </a:lvl1pPr>
          </a:lstStyle>
          <a:p>
            <a:fld id="{A5520658-BAFE-47DF-9143-2658ED8FD06B}" type="slidenum">
              <a:rPr lang="en-US" smtClean="0"/>
              <a:pPr/>
              <a:t>‹N°›</a:t>
            </a:fld>
            <a:endParaRPr lang="en-US" dirty="0"/>
          </a:p>
        </p:txBody>
      </p:sp>
      <p:cxnSp>
        <p:nvCxnSpPr>
          <p:cNvPr id="15" name="Straight Connector 14">
            <a:extLst>
              <a:ext uri="{FF2B5EF4-FFF2-40B4-BE49-F238E27FC236}">
                <a16:creationId xmlns:a16="http://schemas.microsoft.com/office/drawing/2014/main" id="{F208E74D-9D70-3B41-9778-E6E8B05CDF2D}"/>
              </a:ext>
            </a:extLst>
          </p:cNvPr>
          <p:cNvCxnSpPr>
            <a:cxnSpLocks/>
          </p:cNvCxnSpPr>
          <p:nvPr userDrawn="1"/>
        </p:nvCxnSpPr>
        <p:spPr>
          <a:xfrm>
            <a:off x="3358108" y="476672"/>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9B3484F-8C76-694C-8CD1-F1F8262BD87E}"/>
              </a:ext>
            </a:extLst>
          </p:cNvPr>
          <p:cNvCxnSpPr>
            <a:cxnSpLocks/>
          </p:cNvCxnSpPr>
          <p:nvPr userDrawn="1"/>
        </p:nvCxnSpPr>
        <p:spPr>
          <a:xfrm>
            <a:off x="6704012" y="457200"/>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20" name="Date Placeholder 3"/>
          <p:cNvSpPr>
            <a:spLocks noGrp="1"/>
          </p:cNvSpPr>
          <p:nvPr>
            <p:ph type="dt" sz="half" idx="14"/>
          </p:nvPr>
        </p:nvSpPr>
        <p:spPr>
          <a:xfrm>
            <a:off x="6742484" y="476672"/>
            <a:ext cx="3456384" cy="685800"/>
          </a:xfrm>
          <a:prstGeom prst="rect">
            <a:avLst/>
          </a:prstGeom>
        </p:spPr>
        <p:txBody>
          <a:bodyPr vert="horz" lIns="104296" tIns="52148" rIns="104296" bIns="52148" rtlCol="0" anchor="ctr"/>
          <a:lstStyle>
            <a:lvl1pPr algn="l">
              <a:defRPr sz="1600">
                <a:solidFill>
                  <a:schemeClr val="tx1"/>
                </a:solidFill>
              </a:defRPr>
            </a:lvl1pPr>
          </a:lstStyle>
          <a:p>
            <a:r>
              <a:rPr lang="en-US"/>
              <a:t>The Impact of COVID-19 Restrictions on the Employment of Workers with Disabilities</a:t>
            </a:r>
            <a:endParaRPr lang="en-US" dirty="0"/>
          </a:p>
        </p:txBody>
      </p:sp>
      <p:sp>
        <p:nvSpPr>
          <p:cNvPr id="21" name="Title 1"/>
          <p:cNvSpPr>
            <a:spLocks noGrp="1"/>
          </p:cNvSpPr>
          <p:nvPr>
            <p:ph type="ctrTitle" hasCustomPrompt="1"/>
          </p:nvPr>
        </p:nvSpPr>
        <p:spPr>
          <a:xfrm>
            <a:off x="1053851" y="476672"/>
            <a:ext cx="2269919" cy="685799"/>
          </a:xfrm>
        </p:spPr>
        <p:txBody>
          <a:bodyPr anchor="ctr">
            <a:normAutofit/>
          </a:bodyPr>
          <a:lstStyle>
            <a:lvl1pPr marL="0" marR="0" indent="0" algn="l" defTabSz="1042965" rtl="0" eaLnBrk="1" fontAlgn="auto" latinLnBrk="0" hangingPunct="1">
              <a:lnSpc>
                <a:spcPct val="100000"/>
              </a:lnSpc>
              <a:spcBef>
                <a:spcPct val="0"/>
              </a:spcBef>
              <a:spcAft>
                <a:spcPts val="0"/>
              </a:spcAft>
              <a:buClrTx/>
              <a:buSzTx/>
              <a:buFontTx/>
              <a:buNone/>
              <a:tabLst/>
              <a:defRPr sz="1600" b="0" baseline="0">
                <a:solidFill>
                  <a:schemeClr val="tx1"/>
                </a:solidFill>
              </a:defRPr>
            </a:lvl1pPr>
          </a:lstStyle>
          <a:p>
            <a:pPr lvl="0"/>
            <a:r>
              <a:rPr lang="en-US" dirty="0"/>
              <a:t>Your name </a:t>
            </a:r>
            <a:r>
              <a:rPr lang="en-CA" dirty="0"/>
              <a:t>16 </a:t>
            </a:r>
            <a:r>
              <a:rPr lang="en-US" dirty="0"/>
              <a:t>pt</a:t>
            </a:r>
          </a:p>
        </p:txBody>
      </p:sp>
      <p:sp>
        <p:nvSpPr>
          <p:cNvPr id="22" name="Footer Placeholder 4"/>
          <p:cNvSpPr>
            <a:spLocks noGrp="1"/>
          </p:cNvSpPr>
          <p:nvPr>
            <p:ph type="ftr" sz="quarter" idx="11"/>
          </p:nvPr>
        </p:nvSpPr>
        <p:spPr>
          <a:xfrm>
            <a:off x="3430116" y="476672"/>
            <a:ext cx="3240360" cy="685800"/>
          </a:xfrm>
        </p:spPr>
        <p:txBody>
          <a:bodyPr/>
          <a:lstStyle>
            <a:lvl1pPr algn="l">
              <a:defRPr sz="1600">
                <a:solidFill>
                  <a:schemeClr val="tx1"/>
                </a:solidFill>
              </a:defRPr>
            </a:lvl1pPr>
          </a:lstStyle>
          <a:p>
            <a:r>
              <a:rPr lang="en-US"/>
              <a:t>Second pre-defense</a:t>
            </a:r>
            <a:endParaRPr lang="en-US" dirty="0"/>
          </a:p>
        </p:txBody>
      </p:sp>
      <p:pic>
        <p:nvPicPr>
          <p:cNvPr id="23" name="Picture 22" descr="Icon&#10;&#10;Description automatically generated">
            <a:extLst>
              <a:ext uri="{FF2B5EF4-FFF2-40B4-BE49-F238E27FC236}">
                <a16:creationId xmlns:a16="http://schemas.microsoft.com/office/drawing/2014/main" id="{2FF74A83-394A-E64F-B26C-8B288BF6179A}"/>
              </a:ext>
            </a:extLst>
          </p:cNvPr>
          <p:cNvPicPr>
            <a:picLocks noChangeAspect="1"/>
          </p:cNvPicPr>
          <p:nvPr userDrawn="1"/>
        </p:nvPicPr>
        <p:blipFill>
          <a:blip r:embed="rId3" cstate="print"/>
          <a:stretch>
            <a:fillRect/>
          </a:stretch>
        </p:blipFill>
        <p:spPr>
          <a:xfrm>
            <a:off x="549796" y="620688"/>
            <a:ext cx="448276" cy="448276"/>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21" name="Picture 2"/>
          <p:cNvPicPr>
            <a:picLocks noChangeAspect="1" noChangeArrowheads="1"/>
          </p:cNvPicPr>
          <p:nvPr userDrawn="1"/>
        </p:nvPicPr>
        <p:blipFill>
          <a:blip r:embed="rId2" cstate="print"/>
          <a:srcRect/>
          <a:stretch>
            <a:fillRect/>
          </a:stretch>
        </p:blipFill>
        <p:spPr bwMode="auto">
          <a:xfrm>
            <a:off x="-1" y="0"/>
            <a:ext cx="12197953" cy="6858000"/>
          </a:xfrm>
          <a:prstGeom prst="rect">
            <a:avLst/>
          </a:prstGeom>
          <a:noFill/>
          <a:ln w="9525">
            <a:noFill/>
            <a:miter lim="800000"/>
            <a:headEnd/>
            <a:tailEnd/>
          </a:ln>
        </p:spPr>
      </p:pic>
      <p:cxnSp>
        <p:nvCxnSpPr>
          <p:cNvPr id="5" name="Straight Connector 4">
            <a:extLst>
              <a:ext uri="{FF2B5EF4-FFF2-40B4-BE49-F238E27FC236}">
                <a16:creationId xmlns:a16="http://schemas.microsoft.com/office/drawing/2014/main" id="{62E2D9CC-0CF4-324B-BFF1-AC830802DEEB}"/>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B571D10A-0DDC-9847-BD1B-712A3C9F3055}"/>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Slide Number Placeholder 8"/>
          <p:cNvSpPr>
            <a:spLocks noGrp="1"/>
          </p:cNvSpPr>
          <p:nvPr>
            <p:ph type="sldNum" sz="quarter" idx="12"/>
          </p:nvPr>
        </p:nvSpPr>
        <p:spPr>
          <a:xfrm>
            <a:off x="10285412" y="457200"/>
            <a:ext cx="1320059" cy="685800"/>
          </a:xfrm>
        </p:spPr>
        <p:txBody>
          <a:bodyPr/>
          <a:lstStyle>
            <a:lvl1pPr algn="l">
              <a:defRPr sz="2000">
                <a:solidFill>
                  <a:srgbClr val="0E2D69"/>
                </a:solidFill>
              </a:defRPr>
            </a:lvl1pPr>
          </a:lstStyle>
          <a:p>
            <a:fld id="{A5520658-BAFE-47DF-9143-2658ED8FD06B}" type="slidenum">
              <a:rPr lang="en-US" smtClean="0"/>
              <a:pPr/>
              <a:t>‹N°›</a:t>
            </a:fld>
            <a:endParaRPr lang="en-US" dirty="0"/>
          </a:p>
        </p:txBody>
      </p:sp>
      <p:cxnSp>
        <p:nvCxnSpPr>
          <p:cNvPr id="11" name="Straight Connector 10">
            <a:extLst>
              <a:ext uri="{FF2B5EF4-FFF2-40B4-BE49-F238E27FC236}">
                <a16:creationId xmlns:a16="http://schemas.microsoft.com/office/drawing/2014/main" id="{F208E74D-9D70-3B41-9778-E6E8B05CDF2D}"/>
              </a:ext>
            </a:extLst>
          </p:cNvPr>
          <p:cNvCxnSpPr>
            <a:cxnSpLocks/>
          </p:cNvCxnSpPr>
          <p:nvPr userDrawn="1"/>
        </p:nvCxnSpPr>
        <p:spPr>
          <a:xfrm>
            <a:off x="3358108" y="476672"/>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9B3484F-8C76-694C-8CD1-F1F8262BD87E}"/>
              </a:ext>
            </a:extLst>
          </p:cNvPr>
          <p:cNvCxnSpPr>
            <a:cxnSpLocks/>
          </p:cNvCxnSpPr>
          <p:nvPr userDrawn="1"/>
        </p:nvCxnSpPr>
        <p:spPr>
          <a:xfrm>
            <a:off x="6704012" y="457200"/>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7" name="Date Placeholder 3"/>
          <p:cNvSpPr>
            <a:spLocks noGrp="1"/>
          </p:cNvSpPr>
          <p:nvPr>
            <p:ph type="dt" sz="half" idx="14"/>
          </p:nvPr>
        </p:nvSpPr>
        <p:spPr>
          <a:xfrm>
            <a:off x="6742484" y="476672"/>
            <a:ext cx="3456384" cy="685800"/>
          </a:xfrm>
          <a:prstGeom prst="rect">
            <a:avLst/>
          </a:prstGeom>
        </p:spPr>
        <p:txBody>
          <a:bodyPr vert="horz" lIns="104296" tIns="52148" rIns="104296" bIns="52148" rtlCol="0" anchor="ctr"/>
          <a:lstStyle>
            <a:lvl1pPr algn="l">
              <a:defRPr sz="1600">
                <a:solidFill>
                  <a:schemeClr val="tx1"/>
                </a:solidFill>
              </a:defRPr>
            </a:lvl1pPr>
          </a:lstStyle>
          <a:p>
            <a:r>
              <a:rPr lang="en-US"/>
              <a:t>The Impact of COVID-19 Restrictions on the Employment of Workers with Disabilities</a:t>
            </a:r>
            <a:endParaRPr lang="en-US" dirty="0"/>
          </a:p>
        </p:txBody>
      </p:sp>
      <p:sp>
        <p:nvSpPr>
          <p:cNvPr id="18" name="Title 1"/>
          <p:cNvSpPr>
            <a:spLocks noGrp="1"/>
          </p:cNvSpPr>
          <p:nvPr>
            <p:ph type="ctrTitle" hasCustomPrompt="1"/>
          </p:nvPr>
        </p:nvSpPr>
        <p:spPr>
          <a:xfrm>
            <a:off x="1053851" y="476672"/>
            <a:ext cx="2269919" cy="685799"/>
          </a:xfrm>
        </p:spPr>
        <p:txBody>
          <a:bodyPr anchor="ctr">
            <a:normAutofit/>
          </a:bodyPr>
          <a:lstStyle>
            <a:lvl1pPr marL="0" marR="0" indent="0" algn="l" defTabSz="1042965" rtl="0" eaLnBrk="1" fontAlgn="auto" latinLnBrk="0" hangingPunct="1">
              <a:lnSpc>
                <a:spcPct val="100000"/>
              </a:lnSpc>
              <a:spcBef>
                <a:spcPct val="0"/>
              </a:spcBef>
              <a:spcAft>
                <a:spcPts val="0"/>
              </a:spcAft>
              <a:buClrTx/>
              <a:buSzTx/>
              <a:buFontTx/>
              <a:buNone/>
              <a:tabLst/>
              <a:defRPr sz="1600" b="0" baseline="0">
                <a:solidFill>
                  <a:schemeClr val="tx1"/>
                </a:solidFill>
              </a:defRPr>
            </a:lvl1pPr>
          </a:lstStyle>
          <a:p>
            <a:pPr lvl="0"/>
            <a:r>
              <a:rPr lang="en-US" dirty="0"/>
              <a:t>Your name </a:t>
            </a:r>
            <a:r>
              <a:rPr lang="en-CA" dirty="0"/>
              <a:t>16 </a:t>
            </a:r>
            <a:r>
              <a:rPr lang="en-US" dirty="0"/>
              <a:t>pt</a:t>
            </a:r>
          </a:p>
        </p:txBody>
      </p:sp>
      <p:sp>
        <p:nvSpPr>
          <p:cNvPr id="19" name="Footer Placeholder 4"/>
          <p:cNvSpPr>
            <a:spLocks noGrp="1"/>
          </p:cNvSpPr>
          <p:nvPr>
            <p:ph type="ftr" sz="quarter" idx="11"/>
          </p:nvPr>
        </p:nvSpPr>
        <p:spPr>
          <a:xfrm>
            <a:off x="3430116" y="476672"/>
            <a:ext cx="3240360" cy="685800"/>
          </a:xfrm>
        </p:spPr>
        <p:txBody>
          <a:bodyPr/>
          <a:lstStyle>
            <a:lvl1pPr algn="l">
              <a:defRPr sz="1600">
                <a:solidFill>
                  <a:schemeClr val="tx1"/>
                </a:solidFill>
              </a:defRPr>
            </a:lvl1pPr>
          </a:lstStyle>
          <a:p>
            <a:r>
              <a:rPr lang="en-US"/>
              <a:t>Second pre-defense</a:t>
            </a:r>
            <a:endParaRPr lang="en-US" dirty="0"/>
          </a:p>
        </p:txBody>
      </p:sp>
      <p:pic>
        <p:nvPicPr>
          <p:cNvPr id="20" name="Picture 19" descr="Icon&#10;&#10;Description automatically generated">
            <a:extLst>
              <a:ext uri="{FF2B5EF4-FFF2-40B4-BE49-F238E27FC236}">
                <a16:creationId xmlns:a16="http://schemas.microsoft.com/office/drawing/2014/main" id="{2FF74A83-394A-E64F-B26C-8B288BF6179A}"/>
              </a:ext>
            </a:extLst>
          </p:cNvPr>
          <p:cNvPicPr>
            <a:picLocks noChangeAspect="1"/>
          </p:cNvPicPr>
          <p:nvPr userDrawn="1"/>
        </p:nvPicPr>
        <p:blipFill>
          <a:blip r:embed="rId3" cstate="print"/>
          <a:stretch>
            <a:fillRect/>
          </a:stretch>
        </p:blipFill>
        <p:spPr>
          <a:xfrm>
            <a:off x="549796" y="620688"/>
            <a:ext cx="448276" cy="448276"/>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pic>
        <p:nvPicPr>
          <p:cNvPr id="2" name="Picture 2"/>
          <p:cNvPicPr>
            <a:picLocks noChangeAspect="1" noChangeArrowheads="1"/>
          </p:cNvPicPr>
          <p:nvPr userDrawn="1"/>
        </p:nvPicPr>
        <p:blipFill>
          <a:blip r:embed="rId2" cstate="print"/>
          <a:srcRect/>
          <a:stretch>
            <a:fillRect/>
          </a:stretch>
        </p:blipFill>
        <p:spPr bwMode="auto">
          <a:xfrm>
            <a:off x="-1" y="0"/>
            <a:ext cx="12197953" cy="6858000"/>
          </a:xfrm>
          <a:prstGeom prst="rect">
            <a:avLst/>
          </a:prstGeom>
          <a:noFill/>
          <a:ln w="9525">
            <a:noFill/>
            <a:miter lim="800000"/>
            <a:headEnd/>
            <a:tailEnd/>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3" y="274639"/>
            <a:ext cx="10969943" cy="1143000"/>
          </a:xfrm>
          <a:prstGeom prst="rect">
            <a:avLst/>
          </a:prstGeom>
        </p:spPr>
        <p:txBody>
          <a:bodyPr vert="horz" lIns="104296" tIns="52148" rIns="104296" bIns="52148" rtlCol="0" anchor="ctr">
            <a:normAutofit/>
          </a:bodyPr>
          <a:lstStyle/>
          <a:p>
            <a:r>
              <a:rPr lang="en-US"/>
              <a:t>Click to edit Master title style</a:t>
            </a:r>
          </a:p>
        </p:txBody>
      </p:sp>
      <p:sp>
        <p:nvSpPr>
          <p:cNvPr id="3" name="Text Placeholder 2"/>
          <p:cNvSpPr>
            <a:spLocks noGrp="1"/>
          </p:cNvSpPr>
          <p:nvPr>
            <p:ph type="body" idx="1"/>
          </p:nvPr>
        </p:nvSpPr>
        <p:spPr>
          <a:xfrm>
            <a:off x="609443" y="1600200"/>
            <a:ext cx="10969943" cy="4525963"/>
          </a:xfrm>
          <a:prstGeom prst="rect">
            <a:avLst/>
          </a:prstGeom>
        </p:spPr>
        <p:txBody>
          <a:bodyPr vert="horz" lIns="104296" tIns="52148" rIns="104296" bIns="52148"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443" y="6356352"/>
            <a:ext cx="2844059" cy="365125"/>
          </a:xfrm>
          <a:prstGeom prst="rect">
            <a:avLst/>
          </a:prstGeom>
        </p:spPr>
        <p:txBody>
          <a:bodyPr vert="horz" lIns="104296" tIns="52148" rIns="104296" bIns="52148" rtlCol="0" anchor="ctr"/>
          <a:lstStyle>
            <a:lvl1pPr algn="l">
              <a:defRPr sz="1400">
                <a:solidFill>
                  <a:schemeClr val="tx1">
                    <a:tint val="75000"/>
                  </a:schemeClr>
                </a:solidFill>
              </a:defRPr>
            </a:lvl1pPr>
          </a:lstStyle>
          <a:p>
            <a:r>
              <a:rPr lang="en-US"/>
              <a:t>The Impact of COVID-19 Restrictions on the Employment of Workers with Disabilities</a:t>
            </a:r>
          </a:p>
        </p:txBody>
      </p:sp>
      <p:sp>
        <p:nvSpPr>
          <p:cNvPr id="5" name="Footer Placeholder 4"/>
          <p:cNvSpPr>
            <a:spLocks noGrp="1"/>
          </p:cNvSpPr>
          <p:nvPr>
            <p:ph type="ftr" sz="quarter" idx="3"/>
          </p:nvPr>
        </p:nvSpPr>
        <p:spPr>
          <a:xfrm>
            <a:off x="4164517" y="6356352"/>
            <a:ext cx="3859795" cy="365125"/>
          </a:xfrm>
          <a:prstGeom prst="rect">
            <a:avLst/>
          </a:prstGeom>
        </p:spPr>
        <p:txBody>
          <a:bodyPr vert="horz" lIns="104296" tIns="52148" rIns="104296" bIns="52148" rtlCol="0" anchor="ctr"/>
          <a:lstStyle>
            <a:lvl1pPr algn="ctr">
              <a:defRPr sz="1400">
                <a:solidFill>
                  <a:schemeClr val="tx1">
                    <a:tint val="75000"/>
                  </a:schemeClr>
                </a:solidFill>
              </a:defRPr>
            </a:lvl1pPr>
          </a:lstStyle>
          <a:p>
            <a:r>
              <a:rPr lang="en-US"/>
              <a:t>Second pre-defense</a:t>
            </a:r>
          </a:p>
        </p:txBody>
      </p:sp>
      <p:sp>
        <p:nvSpPr>
          <p:cNvPr id="6" name="Slide Number Placeholder 5"/>
          <p:cNvSpPr>
            <a:spLocks noGrp="1"/>
          </p:cNvSpPr>
          <p:nvPr>
            <p:ph type="sldNum" sz="quarter" idx="4"/>
          </p:nvPr>
        </p:nvSpPr>
        <p:spPr>
          <a:xfrm>
            <a:off x="8735324" y="6356352"/>
            <a:ext cx="2844059" cy="365125"/>
          </a:xfrm>
          <a:prstGeom prst="rect">
            <a:avLst/>
          </a:prstGeom>
        </p:spPr>
        <p:txBody>
          <a:bodyPr vert="horz" lIns="104296" tIns="52148" rIns="104296" bIns="52148" rtlCol="0" anchor="ctr"/>
          <a:lstStyle>
            <a:lvl1pPr algn="r">
              <a:defRPr sz="1400">
                <a:solidFill>
                  <a:schemeClr val="tx1">
                    <a:tint val="75000"/>
                  </a:schemeClr>
                </a:solidFill>
              </a:defRPr>
            </a:lvl1pPr>
          </a:lstStyle>
          <a:p>
            <a:fld id="{A5520658-BAFE-47DF-9143-2658ED8FD06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67" r:id="rId4"/>
    <p:sldLayoutId id="2147483653" r:id="rId5"/>
    <p:sldLayoutId id="2147483668" r:id="rId6"/>
    <p:sldLayoutId id="2147483669" r:id="rId7"/>
    <p:sldLayoutId id="2147483663" r:id="rId8"/>
    <p:sldLayoutId id="2147483657" r:id="rId9"/>
    <p:sldLayoutId id="2147483655" r:id="rId10"/>
    <p:sldLayoutId id="2147483666" r:id="rId11"/>
  </p:sldLayoutIdLst>
  <p:hf hdr="0"/>
  <p:txStyles>
    <p:titleStyle>
      <a:lvl1pPr algn="ctr" defTabSz="1042965" rtl="0" eaLnBrk="1" latinLnBrk="0" hangingPunct="1">
        <a:spcBef>
          <a:spcPct val="0"/>
        </a:spcBef>
        <a:buNone/>
        <a:defRPr sz="5000" kern="1200">
          <a:solidFill>
            <a:schemeClr val="tx1"/>
          </a:solidFill>
          <a:latin typeface="+mj-lt"/>
          <a:ea typeface="+mj-ea"/>
          <a:cs typeface="+mj-cs"/>
        </a:defRPr>
      </a:lvl1pPr>
    </p:titleStyle>
    <p:bodyStyle>
      <a:lvl1pPr marL="391112" indent="-391112" algn="l" defTabSz="1042965" rtl="0" eaLnBrk="1" latinLnBrk="0" hangingPunct="1">
        <a:spcBef>
          <a:spcPct val="20000"/>
        </a:spcBef>
        <a:buFont typeface="Arial" pitchFamily="34" charset="0"/>
        <a:buChar char="•"/>
        <a:defRPr sz="3600" kern="1200">
          <a:solidFill>
            <a:schemeClr val="tx1"/>
          </a:solidFill>
          <a:latin typeface="+mn-lt"/>
          <a:ea typeface="+mn-ea"/>
          <a:cs typeface="+mn-cs"/>
        </a:defRPr>
      </a:lvl1pPr>
      <a:lvl2pPr marL="847409" indent="-325926" algn="l" defTabSz="1042965" rtl="0" eaLnBrk="1" latinLnBrk="0" hangingPunct="1">
        <a:spcBef>
          <a:spcPct val="20000"/>
        </a:spcBef>
        <a:buFont typeface="Arial" pitchFamily="34" charset="0"/>
        <a:buChar char="–"/>
        <a:defRPr sz="3200" kern="1200">
          <a:solidFill>
            <a:schemeClr val="tx1"/>
          </a:solidFill>
          <a:latin typeface="+mn-lt"/>
          <a:ea typeface="+mn-ea"/>
          <a:cs typeface="+mn-cs"/>
        </a:defRPr>
      </a:lvl2pPr>
      <a:lvl3pPr marL="1303706" indent="-260741" algn="l" defTabSz="1042965" rtl="0" eaLnBrk="1" latinLnBrk="0" hangingPunct="1">
        <a:spcBef>
          <a:spcPct val="20000"/>
        </a:spcBef>
        <a:buFont typeface="Arial" pitchFamily="34" charset="0"/>
        <a:buChar char="•"/>
        <a:defRPr sz="2700" kern="1200">
          <a:solidFill>
            <a:schemeClr val="tx1"/>
          </a:solidFill>
          <a:latin typeface="+mn-lt"/>
          <a:ea typeface="+mn-ea"/>
          <a:cs typeface="+mn-cs"/>
        </a:defRPr>
      </a:lvl3pPr>
      <a:lvl4pPr marL="1825188" indent="-260741" algn="l" defTabSz="1042965" rtl="0" eaLnBrk="1" latinLnBrk="0" hangingPunct="1">
        <a:spcBef>
          <a:spcPct val="20000"/>
        </a:spcBef>
        <a:buFont typeface="Arial" pitchFamily="34" charset="0"/>
        <a:buChar char="–"/>
        <a:defRPr sz="2300" kern="1200">
          <a:solidFill>
            <a:schemeClr val="tx1"/>
          </a:solidFill>
          <a:latin typeface="+mn-lt"/>
          <a:ea typeface="+mn-ea"/>
          <a:cs typeface="+mn-cs"/>
        </a:defRPr>
      </a:lvl4pPr>
      <a:lvl5pPr marL="2346670" indent="-260741" algn="l" defTabSz="1042965" rtl="0" eaLnBrk="1" latinLnBrk="0" hangingPunct="1">
        <a:spcBef>
          <a:spcPct val="20000"/>
        </a:spcBef>
        <a:buFont typeface="Arial" pitchFamily="34" charset="0"/>
        <a:buChar char="»"/>
        <a:defRPr sz="2300" kern="1200">
          <a:solidFill>
            <a:schemeClr val="tx1"/>
          </a:solidFill>
          <a:latin typeface="+mn-lt"/>
          <a:ea typeface="+mn-ea"/>
          <a:cs typeface="+mn-cs"/>
        </a:defRPr>
      </a:lvl5pPr>
      <a:lvl6pPr marL="2868153" indent="-260741" algn="l" defTabSz="1042965"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635" indent="-260741" algn="l" defTabSz="1042965"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117" indent="-260741" algn="l" defTabSz="1042965"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600" indent="-260741" algn="l" defTabSz="1042965" rtl="0" eaLnBrk="1" latinLnBrk="0" hangingPunct="1">
        <a:spcBef>
          <a:spcPct val="20000"/>
        </a:spcBef>
        <a:buFont typeface="Arial" pitchFamily="34" charset="0"/>
        <a:buChar char="•"/>
        <a:defRPr sz="2300" kern="1200">
          <a:solidFill>
            <a:schemeClr val="tx1"/>
          </a:solidFill>
          <a:latin typeface="+mn-lt"/>
          <a:ea typeface="+mn-ea"/>
          <a:cs typeface="+mn-cs"/>
        </a:defRPr>
      </a:lvl9pPr>
    </p:bodyStyle>
    <p:otherStyle>
      <a:defPPr>
        <a:defRPr lang="en-US"/>
      </a:defPPr>
      <a:lvl1pPr marL="0" algn="l" defTabSz="1042965" rtl="0" eaLnBrk="1" latinLnBrk="0" hangingPunct="1">
        <a:defRPr sz="2100" kern="1200">
          <a:solidFill>
            <a:schemeClr val="tx1"/>
          </a:solidFill>
          <a:latin typeface="+mn-lt"/>
          <a:ea typeface="+mn-ea"/>
          <a:cs typeface="+mn-cs"/>
        </a:defRPr>
      </a:lvl1pPr>
      <a:lvl2pPr marL="521482" algn="l" defTabSz="1042965" rtl="0" eaLnBrk="1" latinLnBrk="0" hangingPunct="1">
        <a:defRPr sz="2100" kern="1200">
          <a:solidFill>
            <a:schemeClr val="tx1"/>
          </a:solidFill>
          <a:latin typeface="+mn-lt"/>
          <a:ea typeface="+mn-ea"/>
          <a:cs typeface="+mn-cs"/>
        </a:defRPr>
      </a:lvl2pPr>
      <a:lvl3pPr marL="1042965" algn="l" defTabSz="1042965" rtl="0" eaLnBrk="1" latinLnBrk="0" hangingPunct="1">
        <a:defRPr sz="2100" kern="1200">
          <a:solidFill>
            <a:schemeClr val="tx1"/>
          </a:solidFill>
          <a:latin typeface="+mn-lt"/>
          <a:ea typeface="+mn-ea"/>
          <a:cs typeface="+mn-cs"/>
        </a:defRPr>
      </a:lvl3pPr>
      <a:lvl4pPr marL="1564447" algn="l" defTabSz="1042965" rtl="0" eaLnBrk="1" latinLnBrk="0" hangingPunct="1">
        <a:defRPr sz="2100" kern="1200">
          <a:solidFill>
            <a:schemeClr val="tx1"/>
          </a:solidFill>
          <a:latin typeface="+mn-lt"/>
          <a:ea typeface="+mn-ea"/>
          <a:cs typeface="+mn-cs"/>
        </a:defRPr>
      </a:lvl4pPr>
      <a:lvl5pPr marL="2085929" algn="l" defTabSz="1042965" rtl="0" eaLnBrk="1" latinLnBrk="0" hangingPunct="1">
        <a:defRPr sz="2100" kern="1200">
          <a:solidFill>
            <a:schemeClr val="tx1"/>
          </a:solidFill>
          <a:latin typeface="+mn-lt"/>
          <a:ea typeface="+mn-ea"/>
          <a:cs typeface="+mn-cs"/>
        </a:defRPr>
      </a:lvl5pPr>
      <a:lvl6pPr marL="2607412" algn="l" defTabSz="1042965" rtl="0" eaLnBrk="1" latinLnBrk="0" hangingPunct="1">
        <a:defRPr sz="2100" kern="1200">
          <a:solidFill>
            <a:schemeClr val="tx1"/>
          </a:solidFill>
          <a:latin typeface="+mn-lt"/>
          <a:ea typeface="+mn-ea"/>
          <a:cs typeface="+mn-cs"/>
        </a:defRPr>
      </a:lvl6pPr>
      <a:lvl7pPr marL="3128894" algn="l" defTabSz="1042965" rtl="0" eaLnBrk="1" latinLnBrk="0" hangingPunct="1">
        <a:defRPr sz="2100" kern="1200">
          <a:solidFill>
            <a:schemeClr val="tx1"/>
          </a:solidFill>
          <a:latin typeface="+mn-lt"/>
          <a:ea typeface="+mn-ea"/>
          <a:cs typeface="+mn-cs"/>
        </a:defRPr>
      </a:lvl7pPr>
      <a:lvl8pPr marL="3650376" algn="l" defTabSz="1042965" rtl="0" eaLnBrk="1" latinLnBrk="0" hangingPunct="1">
        <a:defRPr sz="2100" kern="1200">
          <a:solidFill>
            <a:schemeClr val="tx1"/>
          </a:solidFill>
          <a:latin typeface="+mn-lt"/>
          <a:ea typeface="+mn-ea"/>
          <a:cs typeface="+mn-cs"/>
        </a:defRPr>
      </a:lvl8pPr>
      <a:lvl9pPr marL="4171859" algn="l" defTabSz="1042965"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sz="1900" b="1" dirty="0"/>
              <a:t>Student</a:t>
            </a:r>
            <a:r>
              <a:rPr lang="en-US" sz="1900" dirty="0"/>
              <a:t>: Matveev Dmitri,</a:t>
            </a:r>
          </a:p>
          <a:p>
            <a:r>
              <a:rPr lang="en-US" sz="1900" b="1" dirty="0"/>
              <a:t>Scientific supervisor</a:t>
            </a:r>
            <a:r>
              <a:rPr lang="en-US" sz="1900" dirty="0"/>
              <a:t>: </a:t>
            </a:r>
            <a:r>
              <a:rPr lang="en-US" sz="1900" dirty="0" err="1"/>
              <a:t>Katyrlo</a:t>
            </a:r>
            <a:r>
              <a:rPr lang="ru-RU" sz="1900" dirty="0"/>
              <a:t> </a:t>
            </a:r>
            <a:r>
              <a:rPr lang="en-US" sz="1900" dirty="0"/>
              <a:t>Elena</a:t>
            </a:r>
            <a:r>
              <a:rPr lang="ru-RU" sz="1900" dirty="0"/>
              <a:t> </a:t>
            </a:r>
            <a:r>
              <a:rPr lang="en-US" sz="1900" dirty="0" err="1"/>
              <a:t>Stanislavovna</a:t>
            </a:r>
            <a:r>
              <a:rPr lang="ru-RU" sz="1900" dirty="0"/>
              <a:t>, </a:t>
            </a:r>
            <a:r>
              <a:rPr lang="en-US" sz="1900" dirty="0"/>
              <a:t>professor</a:t>
            </a:r>
            <a:r>
              <a:rPr lang="ru-RU" sz="1900" dirty="0"/>
              <a:t>, </a:t>
            </a:r>
            <a:r>
              <a:rPr lang="en-US" sz="1900" dirty="0"/>
              <a:t>department of applied economics</a:t>
            </a:r>
          </a:p>
        </p:txBody>
      </p:sp>
      <p:sp>
        <p:nvSpPr>
          <p:cNvPr id="3" name="Text Placeholder 2"/>
          <p:cNvSpPr>
            <a:spLocks noGrp="1"/>
          </p:cNvSpPr>
          <p:nvPr>
            <p:ph type="body" idx="13"/>
          </p:nvPr>
        </p:nvSpPr>
        <p:spPr>
          <a:xfrm>
            <a:off x="8614692" y="990601"/>
            <a:ext cx="2582421" cy="566192"/>
          </a:xfrm>
        </p:spPr>
        <p:txBody>
          <a:bodyPr>
            <a:normAutofit/>
          </a:bodyPr>
          <a:lstStyle/>
          <a:p>
            <a:r>
              <a:rPr lang="en-CA" sz="1600" dirty="0"/>
              <a:t>Monday 17.03.2025</a:t>
            </a:r>
            <a:endParaRPr lang="en-US" sz="1600" dirty="0"/>
          </a:p>
        </p:txBody>
      </p:sp>
      <p:sp>
        <p:nvSpPr>
          <p:cNvPr id="5" name="Date Placeholder 4"/>
          <p:cNvSpPr>
            <a:spLocks noGrp="1"/>
          </p:cNvSpPr>
          <p:nvPr>
            <p:ph type="dt" sz="half" idx="14"/>
          </p:nvPr>
        </p:nvSpPr>
        <p:spPr/>
        <p:txBody>
          <a:bodyPr/>
          <a:lstStyle/>
          <a:p>
            <a:r>
              <a:rPr lang="en-US"/>
              <a:t>The Impact of COVID-19 Restrictions on the Employment of Workers with Disabilities</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60C8D41-C2A2-229B-7D08-05BA6E3A541B}"/>
              </a:ext>
            </a:extLst>
          </p:cNvPr>
          <p:cNvSpPr>
            <a:spLocks noGrp="1"/>
          </p:cNvSpPr>
          <p:nvPr>
            <p:ph type="body" sz="half" idx="2"/>
          </p:nvPr>
        </p:nvSpPr>
        <p:spPr/>
        <p:txBody>
          <a:bodyPr/>
          <a:lstStyle/>
          <a:p>
            <a:r>
              <a:rPr lang="en-US" dirty="0"/>
              <a:t> </a:t>
            </a:r>
          </a:p>
        </p:txBody>
      </p:sp>
      <p:sp>
        <p:nvSpPr>
          <p:cNvPr id="3" name="Content Placeholder 2">
            <a:extLst>
              <a:ext uri="{FF2B5EF4-FFF2-40B4-BE49-F238E27FC236}">
                <a16:creationId xmlns:a16="http://schemas.microsoft.com/office/drawing/2014/main" id="{1C7CD728-22C6-042E-BE78-AAA1DE5E8A74}"/>
              </a:ext>
            </a:extLst>
          </p:cNvPr>
          <p:cNvSpPr>
            <a:spLocks noGrp="1"/>
          </p:cNvSpPr>
          <p:nvPr>
            <p:ph sz="quarter" idx="13"/>
          </p:nvPr>
        </p:nvSpPr>
        <p:spPr>
          <a:xfrm>
            <a:off x="303212" y="1484784"/>
            <a:ext cx="11277601" cy="4687416"/>
          </a:xfrm>
        </p:spPr>
        <p:txBody>
          <a:bodyPr>
            <a:normAutofit/>
          </a:bodyPr>
          <a:lstStyle/>
          <a:p>
            <a:pPr marL="690563" indent="-457200">
              <a:buFont typeface="+mj-lt"/>
              <a:buAutoNum type="arabicPeriod"/>
            </a:pPr>
            <a:r>
              <a:rPr lang="en-US" dirty="0"/>
              <a:t>Problem outline.</a:t>
            </a:r>
          </a:p>
          <a:p>
            <a:pPr marL="690563" indent="-457200">
              <a:buFont typeface="+mj-lt"/>
              <a:buAutoNum type="arabicPeriod"/>
            </a:pPr>
            <a:r>
              <a:rPr lang="en-US" dirty="0"/>
              <a:t>Research design.</a:t>
            </a:r>
          </a:p>
          <a:p>
            <a:pPr marL="690563" indent="-457200">
              <a:buFont typeface="+mj-lt"/>
              <a:buAutoNum type="arabicPeriod"/>
            </a:pPr>
            <a:r>
              <a:rPr lang="en-US" dirty="0"/>
              <a:t>Research questions.</a:t>
            </a:r>
          </a:p>
          <a:p>
            <a:pPr marL="690563" indent="-457200">
              <a:buFont typeface="+mj-lt"/>
              <a:buAutoNum type="arabicPeriod"/>
            </a:pPr>
            <a:r>
              <a:rPr lang="en-US" dirty="0"/>
              <a:t>Theoretical framework.</a:t>
            </a:r>
          </a:p>
          <a:p>
            <a:pPr marL="690563" indent="-457200">
              <a:buFont typeface="+mj-lt"/>
              <a:buAutoNum type="arabicPeriod"/>
            </a:pPr>
            <a:r>
              <a:rPr lang="en-US" dirty="0"/>
              <a:t>Empirical research analysis.</a:t>
            </a:r>
          </a:p>
          <a:p>
            <a:pPr marL="690563" indent="-457200">
              <a:buFont typeface="+mj-lt"/>
              <a:buAutoNum type="arabicPeriod"/>
            </a:pPr>
            <a:r>
              <a:rPr lang="en-US" dirty="0"/>
              <a:t>Data overview.</a:t>
            </a:r>
          </a:p>
          <a:p>
            <a:pPr marL="690563" indent="-457200">
              <a:buFont typeface="+mj-lt"/>
              <a:buAutoNum type="arabicPeriod"/>
            </a:pPr>
            <a:r>
              <a:rPr lang="en-US" dirty="0"/>
              <a:t>Difference-in-differences: event study.</a:t>
            </a:r>
          </a:p>
          <a:p>
            <a:pPr marL="690563" indent="-457200">
              <a:buFont typeface="+mj-lt"/>
              <a:buAutoNum type="arabicPeriod"/>
            </a:pPr>
            <a:r>
              <a:rPr lang="en-US" dirty="0"/>
              <a:t>Model results.</a:t>
            </a:r>
          </a:p>
          <a:p>
            <a:pPr marL="690563" indent="-457200">
              <a:buFont typeface="+mj-lt"/>
              <a:buAutoNum type="arabicPeriod"/>
            </a:pPr>
            <a:r>
              <a:rPr lang="en-US" dirty="0"/>
              <a:t>Further questions.</a:t>
            </a:r>
          </a:p>
          <a:p>
            <a:pPr marL="690563" indent="-457200">
              <a:buFont typeface="+mj-lt"/>
              <a:buAutoNum type="arabicPeriod"/>
            </a:pPr>
            <a:endParaRPr lang="en-US" dirty="0"/>
          </a:p>
          <a:p>
            <a:pPr marL="690563" indent="-457200">
              <a:buFont typeface="+mj-lt"/>
              <a:buAutoNum type="arabicPeriod"/>
            </a:pPr>
            <a:endParaRPr lang="en-US" dirty="0"/>
          </a:p>
          <a:p>
            <a:pPr marL="690563" indent="-457200">
              <a:buFont typeface="+mj-lt"/>
              <a:buAutoNum type="arabicPeriod"/>
            </a:pPr>
            <a:endParaRPr lang="en-US" dirty="0"/>
          </a:p>
        </p:txBody>
      </p:sp>
      <p:sp>
        <p:nvSpPr>
          <p:cNvPr id="4" name="Date Placeholder 3">
            <a:extLst>
              <a:ext uri="{FF2B5EF4-FFF2-40B4-BE49-F238E27FC236}">
                <a16:creationId xmlns:a16="http://schemas.microsoft.com/office/drawing/2014/main" id="{C7FE0251-2B9C-7F8A-E56B-03CA7128B31D}"/>
              </a:ext>
            </a:extLst>
          </p:cNvPr>
          <p:cNvSpPr>
            <a:spLocks noGrp="1"/>
          </p:cNvSpPr>
          <p:nvPr>
            <p:ph type="dt" sz="half" idx="14"/>
          </p:nvPr>
        </p:nvSpPr>
        <p:spPr/>
        <p:txBody>
          <a:bodyPr/>
          <a:lstStyle/>
          <a:p>
            <a:r>
              <a:rPr lang="en-US"/>
              <a:t>The Impact of COVID-19 Restrictions on the Employment of Workers with Disabilities</a:t>
            </a:r>
            <a:endParaRPr lang="en-US" dirty="0"/>
          </a:p>
        </p:txBody>
      </p:sp>
      <p:sp>
        <p:nvSpPr>
          <p:cNvPr id="5" name="Title 4">
            <a:extLst>
              <a:ext uri="{FF2B5EF4-FFF2-40B4-BE49-F238E27FC236}">
                <a16:creationId xmlns:a16="http://schemas.microsoft.com/office/drawing/2014/main" id="{BB66525A-B43A-5C30-C66A-4F157F47A691}"/>
              </a:ext>
            </a:extLst>
          </p:cNvPr>
          <p:cNvSpPr>
            <a:spLocks noGrp="1"/>
          </p:cNvSpPr>
          <p:nvPr>
            <p:ph type="ctrTitle"/>
          </p:nvPr>
        </p:nvSpPr>
        <p:spPr/>
        <p:txBody>
          <a:bodyPr/>
          <a:lstStyle/>
          <a:p>
            <a:r>
              <a:rPr lang="en-US" dirty="0"/>
              <a:t>Agenda</a:t>
            </a:r>
          </a:p>
        </p:txBody>
      </p:sp>
      <p:sp>
        <p:nvSpPr>
          <p:cNvPr id="6" name="Slide Number Placeholder 5">
            <a:extLst>
              <a:ext uri="{FF2B5EF4-FFF2-40B4-BE49-F238E27FC236}">
                <a16:creationId xmlns:a16="http://schemas.microsoft.com/office/drawing/2014/main" id="{7B10E67B-DFBB-8393-BF26-61E1E57102C6}"/>
              </a:ext>
            </a:extLst>
          </p:cNvPr>
          <p:cNvSpPr>
            <a:spLocks noGrp="1"/>
          </p:cNvSpPr>
          <p:nvPr>
            <p:ph type="sldNum" sz="quarter" idx="12"/>
          </p:nvPr>
        </p:nvSpPr>
        <p:spPr/>
        <p:txBody>
          <a:bodyPr/>
          <a:lstStyle/>
          <a:p>
            <a:fld id="{A5520658-BAFE-47DF-9143-2658ED8FD06B}" type="slidenum">
              <a:rPr lang="en-US" smtClean="0"/>
              <a:pPr/>
              <a:t>2</a:t>
            </a:fld>
            <a:endParaRPr lang="en-US" dirty="0"/>
          </a:p>
        </p:txBody>
      </p:sp>
      <p:sp>
        <p:nvSpPr>
          <p:cNvPr id="7" name="Footer Placeholder 6">
            <a:extLst>
              <a:ext uri="{FF2B5EF4-FFF2-40B4-BE49-F238E27FC236}">
                <a16:creationId xmlns:a16="http://schemas.microsoft.com/office/drawing/2014/main" id="{17D13A9B-384D-414E-3A0D-F0BE09D2A823}"/>
              </a:ext>
            </a:extLst>
          </p:cNvPr>
          <p:cNvSpPr>
            <a:spLocks noGrp="1"/>
          </p:cNvSpPr>
          <p:nvPr>
            <p:ph type="ftr" sz="quarter" idx="11"/>
          </p:nvPr>
        </p:nvSpPr>
        <p:spPr/>
        <p:txBody>
          <a:bodyPr/>
          <a:lstStyle/>
          <a:p>
            <a:r>
              <a:rPr lang="en-US"/>
              <a:t>Second pre-defense</a:t>
            </a:r>
            <a:endParaRPr lang="en-US" dirty="0"/>
          </a:p>
        </p:txBody>
      </p:sp>
    </p:spTree>
    <p:extLst>
      <p:ext uri="{BB962C8B-B14F-4D97-AF65-F5344CB8AC3E}">
        <p14:creationId xmlns:p14="http://schemas.microsoft.com/office/powerpoint/2010/main" val="1504852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half" idx="2"/>
          </p:nvPr>
        </p:nvSpPr>
        <p:spPr/>
        <p:txBody>
          <a:bodyPr/>
          <a:lstStyle/>
          <a:p>
            <a:r>
              <a:rPr lang="en-US" dirty="0"/>
              <a:t> </a:t>
            </a:r>
          </a:p>
        </p:txBody>
      </p:sp>
      <p:sp>
        <p:nvSpPr>
          <p:cNvPr id="3" name="Content Placeholder 2"/>
          <p:cNvSpPr>
            <a:spLocks noGrp="1"/>
          </p:cNvSpPr>
          <p:nvPr>
            <p:ph sz="quarter" idx="13"/>
          </p:nvPr>
        </p:nvSpPr>
        <p:spPr>
          <a:xfrm>
            <a:off x="303213" y="1371600"/>
            <a:ext cx="9175576" cy="4793704"/>
          </a:xfrm>
        </p:spPr>
        <p:txBody>
          <a:bodyPr>
            <a:normAutofit/>
          </a:bodyPr>
          <a:lstStyle/>
          <a:p>
            <a:pPr>
              <a:buNone/>
            </a:pPr>
            <a:r>
              <a:rPr lang="en-US" sz="1800" b="1" dirty="0"/>
              <a:t>Employment market</a:t>
            </a:r>
          </a:p>
          <a:p>
            <a:pPr>
              <a:buFont typeface="Arial" panose="020B0604020202020204" pitchFamily="34" charset="0"/>
              <a:buChar char="•"/>
            </a:pPr>
            <a:r>
              <a:rPr lang="en-US" sz="1800" dirty="0"/>
              <a:t> Difficulty in adapting to remote work due to lack of accessible technology or accommodations.</a:t>
            </a:r>
          </a:p>
          <a:p>
            <a:pPr>
              <a:buFont typeface="Arial" panose="020B0604020202020204" pitchFamily="34" charset="0"/>
              <a:buChar char="•"/>
            </a:pPr>
            <a:r>
              <a:rPr lang="en-US" sz="1800" dirty="0"/>
              <a:t> Reduced employment opportunities due to economic downturns affecting inclusive hiring practices.</a:t>
            </a:r>
          </a:p>
          <a:p>
            <a:pPr>
              <a:buNone/>
            </a:pPr>
            <a:r>
              <a:rPr lang="en-US" sz="1800" b="1" dirty="0"/>
              <a:t>Healthcare Access</a:t>
            </a:r>
          </a:p>
          <a:p>
            <a:pPr>
              <a:buFont typeface="Arial" panose="020B0604020202020204" pitchFamily="34" charset="0"/>
              <a:buChar char="•"/>
            </a:pPr>
            <a:r>
              <a:rPr lang="en-US" sz="1800" dirty="0"/>
              <a:t> Limited access to healthcare due to overwhelmed medical systems prioritizing COVID-19 patients.</a:t>
            </a:r>
          </a:p>
          <a:p>
            <a:pPr>
              <a:buFont typeface="Arial" panose="020B0604020202020204" pitchFamily="34" charset="0"/>
              <a:buChar char="•"/>
            </a:pPr>
            <a:r>
              <a:rPr lang="en-US" sz="1800" dirty="0"/>
              <a:t> Difficulty accessing routine healthcare, therapy, or medication due to lockdowns and restrictions</a:t>
            </a:r>
          </a:p>
          <a:p>
            <a:pPr>
              <a:buNone/>
            </a:pPr>
            <a:r>
              <a:rPr lang="en-US" sz="1800" b="1" dirty="0"/>
              <a:t>Increased Health Risks</a:t>
            </a:r>
          </a:p>
          <a:p>
            <a:pPr>
              <a:buFont typeface="Arial" panose="020B0604020202020204" pitchFamily="34" charset="0"/>
              <a:buChar char="•"/>
            </a:pPr>
            <a:r>
              <a:rPr lang="en-US" sz="1800" dirty="0"/>
              <a:t> Greater vulnerability to severe COVID-19 symptoms, especially among individuals with pre-existing conditions.</a:t>
            </a:r>
          </a:p>
          <a:p>
            <a:pPr>
              <a:buNone/>
            </a:pPr>
            <a:r>
              <a:rPr lang="en-US" sz="1800" b="1" dirty="0"/>
              <a:t>Educational Barriers</a:t>
            </a:r>
          </a:p>
          <a:p>
            <a:pPr>
              <a:buFont typeface="Arial" panose="020B0604020202020204" pitchFamily="34" charset="0"/>
              <a:buChar char="•"/>
            </a:pPr>
            <a:r>
              <a:rPr lang="en-US" sz="1800" dirty="0"/>
              <a:t> Limited accessibility of online education for students with disabilities. </a:t>
            </a:r>
          </a:p>
          <a:p>
            <a:pPr>
              <a:buFont typeface="Arial" panose="020B0604020202020204" pitchFamily="34" charset="0"/>
              <a:buChar char="•"/>
            </a:pPr>
            <a:r>
              <a:rPr lang="en-US" sz="1800" dirty="0"/>
              <a:t> Disruptions in special education services and support systems.</a:t>
            </a:r>
          </a:p>
          <a:p>
            <a:pPr>
              <a:buFont typeface="Arial" panose="020B0604020202020204" pitchFamily="34" charset="0"/>
              <a:buChar char="•"/>
            </a:pPr>
            <a:endParaRPr lang="en-US" sz="1800" dirty="0"/>
          </a:p>
          <a:p>
            <a:endParaRPr lang="en-US" sz="1800" dirty="0"/>
          </a:p>
        </p:txBody>
      </p:sp>
      <p:sp>
        <p:nvSpPr>
          <p:cNvPr id="4" name="Date Placeholder 3"/>
          <p:cNvSpPr>
            <a:spLocks noGrp="1"/>
          </p:cNvSpPr>
          <p:nvPr>
            <p:ph type="dt" sz="half" idx="14"/>
          </p:nvPr>
        </p:nvSpPr>
        <p:spPr/>
        <p:txBody>
          <a:bodyPr/>
          <a:lstStyle/>
          <a:p>
            <a:r>
              <a:rPr lang="en-US"/>
              <a:t>The Impact of COVID-19 Restrictions on the Employment of Workers with Disabilities</a:t>
            </a:r>
            <a:endParaRPr lang="en-US" dirty="0"/>
          </a:p>
        </p:txBody>
      </p:sp>
      <p:sp>
        <p:nvSpPr>
          <p:cNvPr id="5" name="Title 4"/>
          <p:cNvSpPr>
            <a:spLocks noGrp="1"/>
          </p:cNvSpPr>
          <p:nvPr>
            <p:ph type="ctrTitle"/>
          </p:nvPr>
        </p:nvSpPr>
        <p:spPr/>
        <p:txBody>
          <a:bodyPr/>
          <a:lstStyle/>
          <a:p>
            <a:r>
              <a:rPr lang="en-US" dirty="0"/>
              <a:t>Problem outline</a:t>
            </a:r>
          </a:p>
        </p:txBody>
      </p:sp>
      <p:sp>
        <p:nvSpPr>
          <p:cNvPr id="6" name="Slide Number Placeholder 5"/>
          <p:cNvSpPr>
            <a:spLocks noGrp="1"/>
          </p:cNvSpPr>
          <p:nvPr>
            <p:ph type="sldNum" sz="quarter" idx="12"/>
          </p:nvPr>
        </p:nvSpPr>
        <p:spPr/>
        <p:txBody>
          <a:bodyPr/>
          <a:lstStyle/>
          <a:p>
            <a:fld id="{A5520658-BAFE-47DF-9143-2658ED8FD06B}" type="slidenum">
              <a:rPr lang="en-US" smtClean="0"/>
              <a:pPr/>
              <a:t>3</a:t>
            </a:fld>
            <a:endParaRPr lang="en-US" dirty="0"/>
          </a:p>
        </p:txBody>
      </p:sp>
      <p:sp>
        <p:nvSpPr>
          <p:cNvPr id="7" name="Footer Placeholder 6"/>
          <p:cNvSpPr>
            <a:spLocks noGrp="1"/>
          </p:cNvSpPr>
          <p:nvPr>
            <p:ph type="ftr" sz="quarter" idx="11"/>
          </p:nvPr>
        </p:nvSpPr>
        <p:spPr/>
        <p:txBody>
          <a:bodyPr/>
          <a:lstStyle/>
          <a:p>
            <a:r>
              <a:rPr lang="en-US"/>
              <a:t>Second pre-defense</a:t>
            </a:r>
            <a:endParaRPr lang="en-US" dirty="0"/>
          </a:p>
        </p:txBody>
      </p:sp>
      <p:pic>
        <p:nvPicPr>
          <p:cNvPr id="8" name="Picture 7">
            <a:extLst>
              <a:ext uri="{FF2B5EF4-FFF2-40B4-BE49-F238E27FC236}">
                <a16:creationId xmlns:a16="http://schemas.microsoft.com/office/drawing/2014/main" id="{5659E629-BDE9-BF13-538B-4DD536E97B3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16604" y="1407021"/>
            <a:ext cx="5469008" cy="44062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59793BE-1FEF-4C58-ADAB-433D63C46DE8}"/>
              </a:ext>
            </a:extLst>
          </p:cNvPr>
          <p:cNvSpPr>
            <a:spLocks noGrp="1"/>
          </p:cNvSpPr>
          <p:nvPr>
            <p:ph type="body" sz="half" idx="2"/>
          </p:nvPr>
        </p:nvSpPr>
        <p:spPr/>
        <p:txBody>
          <a:bodyPr/>
          <a:lstStyle/>
          <a:p>
            <a:r>
              <a:rPr lang="en-US" dirty="0"/>
              <a:t> </a:t>
            </a:r>
          </a:p>
        </p:txBody>
      </p:sp>
      <p:sp>
        <p:nvSpPr>
          <p:cNvPr id="3" name="Content Placeholder 2">
            <a:extLst>
              <a:ext uri="{FF2B5EF4-FFF2-40B4-BE49-F238E27FC236}">
                <a16:creationId xmlns:a16="http://schemas.microsoft.com/office/drawing/2014/main" id="{ED8D11AE-FA78-5D81-6492-C6FE28003591}"/>
              </a:ext>
            </a:extLst>
          </p:cNvPr>
          <p:cNvSpPr>
            <a:spLocks noGrp="1"/>
          </p:cNvSpPr>
          <p:nvPr>
            <p:ph sz="quarter" idx="13"/>
          </p:nvPr>
        </p:nvSpPr>
        <p:spPr>
          <a:xfrm>
            <a:off x="303212" y="1371600"/>
            <a:ext cx="11277601" cy="4800600"/>
          </a:xfrm>
        </p:spPr>
        <p:txBody>
          <a:bodyPr>
            <a:normAutofit lnSpcReduction="10000"/>
          </a:bodyPr>
          <a:lstStyle/>
          <a:p>
            <a:pPr>
              <a:buNone/>
            </a:pPr>
            <a:r>
              <a:rPr lang="en-US" sz="2800" b="1" dirty="0">
                <a:solidFill>
                  <a:srgbClr val="0E2D69"/>
                </a:solidFill>
              </a:rPr>
              <a:t>Research question</a:t>
            </a:r>
          </a:p>
          <a:p>
            <a:pPr>
              <a:buNone/>
            </a:pPr>
            <a:r>
              <a:rPr lang="en-US" dirty="0"/>
              <a:t>How did COVID-19 restrictions affect the employment status of workers with disabilities compared to non-disabled workers?</a:t>
            </a:r>
          </a:p>
          <a:p>
            <a:pPr>
              <a:buNone/>
            </a:pPr>
            <a:endParaRPr lang="en-US" dirty="0"/>
          </a:p>
          <a:p>
            <a:pPr>
              <a:buNone/>
            </a:pPr>
            <a:r>
              <a:rPr lang="en-US" sz="2800" b="1" dirty="0">
                <a:solidFill>
                  <a:srgbClr val="0E2D69"/>
                </a:solidFill>
              </a:rPr>
              <a:t>Methodology</a:t>
            </a:r>
            <a:endParaRPr lang="en-US" b="1" dirty="0">
              <a:solidFill>
                <a:srgbClr val="0E2D69"/>
              </a:solidFill>
            </a:endParaRPr>
          </a:p>
          <a:p>
            <a:pPr>
              <a:buNone/>
            </a:pPr>
            <a:r>
              <a:rPr lang="en-US" i="1" dirty="0"/>
              <a:t>Difference-in-differences</a:t>
            </a:r>
            <a:r>
              <a:rPr lang="en-US" dirty="0"/>
              <a:t> approach for event studies. This approach will help us estimate the causal impact of COVID-19 restrictions on employment outcomes for workers with disabilities. </a:t>
            </a:r>
          </a:p>
          <a:p>
            <a:pPr>
              <a:buNone/>
            </a:pPr>
            <a:r>
              <a:rPr lang="en-US" dirty="0"/>
              <a:t>For measure units we opted to used risk factors mostly because pure income differences may be misleading in </a:t>
            </a:r>
            <a:r>
              <a:rPr lang="en-US" dirty="0" err="1"/>
              <a:t>DiD</a:t>
            </a:r>
            <a:r>
              <a:rPr lang="en-US" dirty="0"/>
              <a:t> framework but yet informative to measure gap differences between people with disabilities and non-disabled. </a:t>
            </a:r>
          </a:p>
          <a:p>
            <a:pPr>
              <a:buNone/>
            </a:pPr>
            <a:endParaRPr lang="en-US" dirty="0"/>
          </a:p>
          <a:p>
            <a:pPr>
              <a:buNone/>
            </a:pPr>
            <a:r>
              <a:rPr lang="en-US" sz="2800" b="1" dirty="0">
                <a:solidFill>
                  <a:srgbClr val="0E2D69"/>
                </a:solidFill>
              </a:rPr>
              <a:t>Objectives</a:t>
            </a:r>
            <a:endParaRPr lang="en-US" b="1" dirty="0">
              <a:solidFill>
                <a:srgbClr val="0E2D69"/>
              </a:solidFill>
            </a:endParaRPr>
          </a:p>
          <a:p>
            <a:pPr marL="690563" indent="-457200">
              <a:buFont typeface="+mj-lt"/>
              <a:buAutoNum type="arabicPeriod"/>
            </a:pPr>
            <a:r>
              <a:rPr lang="en-US" dirty="0"/>
              <a:t>Analyze theoretical approaches that can provide adequate measurements for work related risks between treatment and control groups,</a:t>
            </a:r>
          </a:p>
          <a:p>
            <a:pPr marL="690563" indent="-457200">
              <a:buFont typeface="+mj-lt"/>
              <a:buAutoNum type="arabicPeriod"/>
            </a:pPr>
            <a:r>
              <a:rPr lang="en-US" dirty="0"/>
              <a:t>Comparison of employment trends before and after covid restrictions between workers with and without disabilities to determine whether disparities widened,</a:t>
            </a:r>
          </a:p>
          <a:p>
            <a:pPr marL="690563" indent="-457200">
              <a:buFont typeface="+mj-lt"/>
              <a:buAutoNum type="arabicPeriod"/>
            </a:pPr>
            <a:r>
              <a:rPr lang="en-US" dirty="0"/>
              <a:t>Develop </a:t>
            </a:r>
            <a:r>
              <a:rPr lang="en-US" dirty="0" err="1"/>
              <a:t>DiD</a:t>
            </a:r>
            <a:r>
              <a:rPr lang="en-US" dirty="0"/>
              <a:t> model to inspect casual effects  of Covid 19 restriction on labor market,</a:t>
            </a:r>
          </a:p>
          <a:p>
            <a:pPr marL="690563" indent="-457200">
              <a:buFont typeface="+mj-lt"/>
              <a:buAutoNum type="arabicPeriod"/>
            </a:pPr>
            <a:r>
              <a:rPr lang="en-US" dirty="0"/>
              <a:t>Develop policy recommendations to lower risks for endangered work groups</a:t>
            </a:r>
          </a:p>
        </p:txBody>
      </p:sp>
      <p:sp>
        <p:nvSpPr>
          <p:cNvPr id="4" name="Date Placeholder 3">
            <a:extLst>
              <a:ext uri="{FF2B5EF4-FFF2-40B4-BE49-F238E27FC236}">
                <a16:creationId xmlns:a16="http://schemas.microsoft.com/office/drawing/2014/main" id="{55057BE9-9467-6F22-DBAA-DC152A407602}"/>
              </a:ext>
            </a:extLst>
          </p:cNvPr>
          <p:cNvSpPr>
            <a:spLocks noGrp="1"/>
          </p:cNvSpPr>
          <p:nvPr>
            <p:ph type="dt" sz="half" idx="14"/>
          </p:nvPr>
        </p:nvSpPr>
        <p:spPr/>
        <p:txBody>
          <a:bodyPr/>
          <a:lstStyle/>
          <a:p>
            <a:r>
              <a:rPr lang="en-US"/>
              <a:t>The Impact of COVID-19 Restrictions on the Employment of Workers with Disabilities</a:t>
            </a:r>
            <a:endParaRPr lang="en-US" dirty="0"/>
          </a:p>
        </p:txBody>
      </p:sp>
      <p:sp>
        <p:nvSpPr>
          <p:cNvPr id="5" name="Title 4">
            <a:extLst>
              <a:ext uri="{FF2B5EF4-FFF2-40B4-BE49-F238E27FC236}">
                <a16:creationId xmlns:a16="http://schemas.microsoft.com/office/drawing/2014/main" id="{C47323ED-D7D5-17F0-9924-21C1F38EE764}"/>
              </a:ext>
            </a:extLst>
          </p:cNvPr>
          <p:cNvSpPr>
            <a:spLocks noGrp="1"/>
          </p:cNvSpPr>
          <p:nvPr>
            <p:ph type="ctrTitle"/>
          </p:nvPr>
        </p:nvSpPr>
        <p:spPr/>
        <p:txBody>
          <a:bodyPr/>
          <a:lstStyle/>
          <a:p>
            <a:r>
              <a:rPr lang="en-US" dirty="0"/>
              <a:t>Research design</a:t>
            </a:r>
          </a:p>
        </p:txBody>
      </p:sp>
      <p:sp>
        <p:nvSpPr>
          <p:cNvPr id="6" name="Slide Number Placeholder 5">
            <a:extLst>
              <a:ext uri="{FF2B5EF4-FFF2-40B4-BE49-F238E27FC236}">
                <a16:creationId xmlns:a16="http://schemas.microsoft.com/office/drawing/2014/main" id="{47DBE8B3-28C6-927B-B48D-97497B5AABDB}"/>
              </a:ext>
            </a:extLst>
          </p:cNvPr>
          <p:cNvSpPr>
            <a:spLocks noGrp="1"/>
          </p:cNvSpPr>
          <p:nvPr>
            <p:ph type="sldNum" sz="quarter" idx="12"/>
          </p:nvPr>
        </p:nvSpPr>
        <p:spPr/>
        <p:txBody>
          <a:bodyPr/>
          <a:lstStyle/>
          <a:p>
            <a:fld id="{A5520658-BAFE-47DF-9143-2658ED8FD06B}" type="slidenum">
              <a:rPr lang="en-US" smtClean="0"/>
              <a:pPr/>
              <a:t>4</a:t>
            </a:fld>
            <a:endParaRPr lang="en-US" dirty="0"/>
          </a:p>
        </p:txBody>
      </p:sp>
      <p:sp>
        <p:nvSpPr>
          <p:cNvPr id="7" name="Footer Placeholder 6">
            <a:extLst>
              <a:ext uri="{FF2B5EF4-FFF2-40B4-BE49-F238E27FC236}">
                <a16:creationId xmlns:a16="http://schemas.microsoft.com/office/drawing/2014/main" id="{D57C7B5E-D38E-32B5-A217-DCC24D10EA38}"/>
              </a:ext>
            </a:extLst>
          </p:cNvPr>
          <p:cNvSpPr>
            <a:spLocks noGrp="1"/>
          </p:cNvSpPr>
          <p:nvPr>
            <p:ph type="ftr" sz="quarter" idx="11"/>
          </p:nvPr>
        </p:nvSpPr>
        <p:spPr/>
        <p:txBody>
          <a:bodyPr/>
          <a:lstStyle/>
          <a:p>
            <a:r>
              <a:rPr lang="en-US"/>
              <a:t>Second pre-defense</a:t>
            </a:r>
            <a:endParaRPr lang="en-US" dirty="0"/>
          </a:p>
        </p:txBody>
      </p:sp>
    </p:spTree>
    <p:extLst>
      <p:ext uri="{BB962C8B-B14F-4D97-AF65-F5344CB8AC3E}">
        <p14:creationId xmlns:p14="http://schemas.microsoft.com/office/powerpoint/2010/main" val="1797499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7B7985-B79E-748B-2A98-10C6D1192654}"/>
              </a:ext>
            </a:extLst>
          </p:cNvPr>
          <p:cNvSpPr>
            <a:spLocks noGrp="1"/>
          </p:cNvSpPr>
          <p:nvPr>
            <p:ph type="body" sz="half" idx="2"/>
          </p:nvPr>
        </p:nvSpPr>
        <p:spPr>
          <a:xfrm>
            <a:off x="608012" y="1371600"/>
            <a:ext cx="3240360" cy="1066800"/>
          </a:xfrm>
        </p:spPr>
        <p:txBody>
          <a:bodyPr/>
          <a:lstStyle/>
          <a:p>
            <a:r>
              <a:rPr lang="en-US" dirty="0"/>
              <a:t>Social control framework </a:t>
            </a:r>
          </a:p>
        </p:txBody>
      </p:sp>
      <p:sp>
        <p:nvSpPr>
          <p:cNvPr id="3" name="Content Placeholder 2">
            <a:extLst>
              <a:ext uri="{FF2B5EF4-FFF2-40B4-BE49-F238E27FC236}">
                <a16:creationId xmlns:a16="http://schemas.microsoft.com/office/drawing/2014/main" id="{50A50A1D-C021-3A93-799F-BC91864A2F1B}"/>
              </a:ext>
            </a:extLst>
          </p:cNvPr>
          <p:cNvSpPr>
            <a:spLocks noGrp="1"/>
          </p:cNvSpPr>
          <p:nvPr>
            <p:ph sz="quarter" idx="13"/>
          </p:nvPr>
        </p:nvSpPr>
        <p:spPr>
          <a:xfrm>
            <a:off x="369018" y="2640807"/>
            <a:ext cx="3830216" cy="3557587"/>
          </a:xfrm>
        </p:spPr>
        <p:txBody>
          <a:bodyPr numCol="1"/>
          <a:lstStyle/>
          <a:p>
            <a:pPr>
              <a:buNone/>
            </a:pPr>
            <a:r>
              <a:rPr lang="en-US" sz="1800" kern="0" dirty="0">
                <a:effectLst/>
                <a:ea typeface="Times New Roman" panose="02020603050405020304" pitchFamily="18" charset="0"/>
              </a:rPr>
              <a:t>sociological framework in which individuals and societies regulate behavior to conform to societal norms and values. This regulation occurs through a variety of mechanisms, including repair, stigmatization, and tolerance</a:t>
            </a:r>
            <a:r>
              <a:rPr lang="en-US" dirty="0">
                <a:effectLst/>
              </a:rPr>
              <a:t> </a:t>
            </a:r>
            <a:endParaRPr lang="en-US" dirty="0"/>
          </a:p>
        </p:txBody>
      </p:sp>
      <p:sp>
        <p:nvSpPr>
          <p:cNvPr id="4" name="Date Placeholder 3">
            <a:extLst>
              <a:ext uri="{FF2B5EF4-FFF2-40B4-BE49-F238E27FC236}">
                <a16:creationId xmlns:a16="http://schemas.microsoft.com/office/drawing/2014/main" id="{1670E23E-04B1-3942-951A-0A392EBE680D}"/>
              </a:ext>
            </a:extLst>
          </p:cNvPr>
          <p:cNvSpPr>
            <a:spLocks noGrp="1"/>
          </p:cNvSpPr>
          <p:nvPr>
            <p:ph type="dt" sz="half" idx="14"/>
          </p:nvPr>
        </p:nvSpPr>
        <p:spPr/>
        <p:txBody>
          <a:bodyPr/>
          <a:lstStyle/>
          <a:p>
            <a:r>
              <a:rPr lang="en-US"/>
              <a:t>The Impact of COVID-19 Restrictions on the Employment of Workers with Disabilities</a:t>
            </a:r>
            <a:endParaRPr lang="en-US" dirty="0"/>
          </a:p>
        </p:txBody>
      </p:sp>
      <p:sp>
        <p:nvSpPr>
          <p:cNvPr id="5" name="Title 4">
            <a:extLst>
              <a:ext uri="{FF2B5EF4-FFF2-40B4-BE49-F238E27FC236}">
                <a16:creationId xmlns:a16="http://schemas.microsoft.com/office/drawing/2014/main" id="{7F2D11A5-2160-8C1A-2573-FC8657414510}"/>
              </a:ext>
            </a:extLst>
          </p:cNvPr>
          <p:cNvSpPr>
            <a:spLocks noGrp="1"/>
          </p:cNvSpPr>
          <p:nvPr>
            <p:ph type="ctrTitle"/>
          </p:nvPr>
        </p:nvSpPr>
        <p:spPr/>
        <p:txBody>
          <a:bodyPr/>
          <a:lstStyle/>
          <a:p>
            <a:r>
              <a:rPr lang="en-US" dirty="0"/>
              <a:t>Theory overview</a:t>
            </a:r>
          </a:p>
        </p:txBody>
      </p:sp>
      <p:sp>
        <p:nvSpPr>
          <p:cNvPr id="6" name="Slide Number Placeholder 5">
            <a:extLst>
              <a:ext uri="{FF2B5EF4-FFF2-40B4-BE49-F238E27FC236}">
                <a16:creationId xmlns:a16="http://schemas.microsoft.com/office/drawing/2014/main" id="{9CABAE1B-8A53-BDF3-43FD-AB80424D3F2D}"/>
              </a:ext>
            </a:extLst>
          </p:cNvPr>
          <p:cNvSpPr>
            <a:spLocks noGrp="1"/>
          </p:cNvSpPr>
          <p:nvPr>
            <p:ph type="sldNum" sz="quarter" idx="12"/>
          </p:nvPr>
        </p:nvSpPr>
        <p:spPr/>
        <p:txBody>
          <a:bodyPr/>
          <a:lstStyle/>
          <a:p>
            <a:fld id="{A5520658-BAFE-47DF-9143-2658ED8FD06B}" type="slidenum">
              <a:rPr lang="en-US" smtClean="0"/>
              <a:pPr/>
              <a:t>5</a:t>
            </a:fld>
            <a:endParaRPr lang="en-US" dirty="0"/>
          </a:p>
        </p:txBody>
      </p:sp>
      <p:sp>
        <p:nvSpPr>
          <p:cNvPr id="7" name="Footer Placeholder 6">
            <a:extLst>
              <a:ext uri="{FF2B5EF4-FFF2-40B4-BE49-F238E27FC236}">
                <a16:creationId xmlns:a16="http://schemas.microsoft.com/office/drawing/2014/main" id="{84B0019F-F5BE-D08C-0291-78F74FFA8267}"/>
              </a:ext>
            </a:extLst>
          </p:cNvPr>
          <p:cNvSpPr>
            <a:spLocks noGrp="1"/>
          </p:cNvSpPr>
          <p:nvPr>
            <p:ph type="ftr" sz="quarter" idx="11"/>
          </p:nvPr>
        </p:nvSpPr>
        <p:spPr/>
        <p:txBody>
          <a:bodyPr/>
          <a:lstStyle/>
          <a:p>
            <a:r>
              <a:rPr lang="en-US"/>
              <a:t>Second pre-defense</a:t>
            </a:r>
            <a:endParaRPr lang="en-US" dirty="0"/>
          </a:p>
        </p:txBody>
      </p:sp>
      <p:sp>
        <p:nvSpPr>
          <p:cNvPr id="9" name="Text Placeholder 1">
            <a:extLst>
              <a:ext uri="{FF2B5EF4-FFF2-40B4-BE49-F238E27FC236}">
                <a16:creationId xmlns:a16="http://schemas.microsoft.com/office/drawing/2014/main" id="{195CD553-F3A0-A068-9F68-4A7B585CA619}"/>
              </a:ext>
            </a:extLst>
          </p:cNvPr>
          <p:cNvSpPr txBox="1">
            <a:spLocks/>
          </p:cNvSpPr>
          <p:nvPr/>
        </p:nvSpPr>
        <p:spPr>
          <a:xfrm>
            <a:off x="4294212" y="1371600"/>
            <a:ext cx="3600400" cy="1066800"/>
          </a:xfrm>
          <a:prstGeom prst="rect">
            <a:avLst/>
          </a:prstGeom>
        </p:spPr>
        <p:txBody>
          <a:bodyPr vert="horz" lIns="104296" tIns="52148" rIns="104296" bIns="52148" rtlCol="0" anchor="ctr">
            <a:noAutofit/>
          </a:bodyPr>
          <a:lstStyle>
            <a:lvl1pPr marL="0" indent="0" algn="l" defTabSz="1042965" rtl="0" eaLnBrk="1" latinLnBrk="0" hangingPunct="1">
              <a:spcBef>
                <a:spcPct val="20000"/>
              </a:spcBef>
              <a:buFont typeface="Arial" pitchFamily="34" charset="0"/>
              <a:buNone/>
              <a:defRPr sz="4000" b="1" kern="1200">
                <a:solidFill>
                  <a:srgbClr val="0E2D69"/>
                </a:solidFill>
                <a:latin typeface="+mn-lt"/>
                <a:ea typeface="+mn-ea"/>
                <a:cs typeface="+mn-cs"/>
              </a:defRPr>
            </a:lvl1pPr>
            <a:lvl2pPr marL="521482" indent="0" algn="l" defTabSz="1042965" rtl="0" eaLnBrk="1" latinLnBrk="0" hangingPunct="1">
              <a:spcBef>
                <a:spcPct val="20000"/>
              </a:spcBef>
              <a:buFont typeface="Arial" pitchFamily="34" charset="0"/>
              <a:buNone/>
              <a:defRPr sz="1400" kern="1200">
                <a:solidFill>
                  <a:schemeClr val="tx1"/>
                </a:solidFill>
                <a:latin typeface="+mn-lt"/>
                <a:ea typeface="+mn-ea"/>
                <a:cs typeface="+mn-cs"/>
              </a:defRPr>
            </a:lvl2pPr>
            <a:lvl3pPr marL="1042965" indent="0" algn="l" defTabSz="1042965" rtl="0" eaLnBrk="1" latinLnBrk="0" hangingPunct="1">
              <a:spcBef>
                <a:spcPct val="20000"/>
              </a:spcBef>
              <a:buFont typeface="Arial" pitchFamily="34" charset="0"/>
              <a:buNone/>
              <a:defRPr sz="1100" kern="1200">
                <a:solidFill>
                  <a:schemeClr val="tx1"/>
                </a:solidFill>
                <a:latin typeface="+mn-lt"/>
                <a:ea typeface="+mn-ea"/>
                <a:cs typeface="+mn-cs"/>
              </a:defRPr>
            </a:lvl3pPr>
            <a:lvl4pPr marL="1564447" indent="0" algn="l" defTabSz="1042965" rtl="0" eaLnBrk="1" latinLnBrk="0" hangingPunct="1">
              <a:spcBef>
                <a:spcPct val="20000"/>
              </a:spcBef>
              <a:buFont typeface="Arial" pitchFamily="34" charset="0"/>
              <a:buNone/>
              <a:defRPr sz="1000" kern="1200">
                <a:solidFill>
                  <a:schemeClr val="tx1"/>
                </a:solidFill>
                <a:latin typeface="+mn-lt"/>
                <a:ea typeface="+mn-ea"/>
                <a:cs typeface="+mn-cs"/>
              </a:defRPr>
            </a:lvl4pPr>
            <a:lvl5pPr marL="2085929" indent="0" algn="l" defTabSz="1042965" rtl="0" eaLnBrk="1" latinLnBrk="0" hangingPunct="1">
              <a:spcBef>
                <a:spcPct val="20000"/>
              </a:spcBef>
              <a:buFont typeface="Arial" pitchFamily="34" charset="0"/>
              <a:buNone/>
              <a:defRPr sz="1000" kern="1200">
                <a:solidFill>
                  <a:schemeClr val="tx1"/>
                </a:solidFill>
                <a:latin typeface="+mn-lt"/>
                <a:ea typeface="+mn-ea"/>
                <a:cs typeface="+mn-cs"/>
              </a:defRPr>
            </a:lvl5pPr>
            <a:lvl6pPr marL="2607412" indent="0" algn="l" defTabSz="1042965" rtl="0" eaLnBrk="1" latinLnBrk="0" hangingPunct="1">
              <a:spcBef>
                <a:spcPct val="20000"/>
              </a:spcBef>
              <a:buFont typeface="Arial" pitchFamily="34" charset="0"/>
              <a:buNone/>
              <a:defRPr sz="1000" kern="1200">
                <a:solidFill>
                  <a:schemeClr val="tx1"/>
                </a:solidFill>
                <a:latin typeface="+mn-lt"/>
                <a:ea typeface="+mn-ea"/>
                <a:cs typeface="+mn-cs"/>
              </a:defRPr>
            </a:lvl6pPr>
            <a:lvl7pPr marL="3128894" indent="0" algn="l" defTabSz="1042965" rtl="0" eaLnBrk="1" latinLnBrk="0" hangingPunct="1">
              <a:spcBef>
                <a:spcPct val="20000"/>
              </a:spcBef>
              <a:buFont typeface="Arial" pitchFamily="34" charset="0"/>
              <a:buNone/>
              <a:defRPr sz="1000" kern="1200">
                <a:solidFill>
                  <a:schemeClr val="tx1"/>
                </a:solidFill>
                <a:latin typeface="+mn-lt"/>
                <a:ea typeface="+mn-ea"/>
                <a:cs typeface="+mn-cs"/>
              </a:defRPr>
            </a:lvl7pPr>
            <a:lvl8pPr marL="3650376" indent="0" algn="l" defTabSz="1042965" rtl="0" eaLnBrk="1" latinLnBrk="0" hangingPunct="1">
              <a:spcBef>
                <a:spcPct val="20000"/>
              </a:spcBef>
              <a:buFont typeface="Arial" pitchFamily="34" charset="0"/>
              <a:buNone/>
              <a:defRPr sz="1000" kern="1200">
                <a:solidFill>
                  <a:schemeClr val="tx1"/>
                </a:solidFill>
                <a:latin typeface="+mn-lt"/>
                <a:ea typeface="+mn-ea"/>
                <a:cs typeface="+mn-cs"/>
              </a:defRPr>
            </a:lvl8pPr>
            <a:lvl9pPr marL="4171859" indent="0" algn="l" defTabSz="1042965" rtl="0" eaLnBrk="1" latinLnBrk="0" hangingPunct="1">
              <a:spcBef>
                <a:spcPct val="20000"/>
              </a:spcBef>
              <a:buFont typeface="Arial" pitchFamily="34" charset="0"/>
              <a:buNone/>
              <a:defRPr sz="1000" kern="1200">
                <a:solidFill>
                  <a:schemeClr val="tx1"/>
                </a:solidFill>
                <a:latin typeface="+mn-lt"/>
                <a:ea typeface="+mn-ea"/>
                <a:cs typeface="+mn-cs"/>
              </a:defRPr>
            </a:lvl9pPr>
          </a:lstStyle>
          <a:p>
            <a:r>
              <a:rPr lang="en-US" dirty="0"/>
              <a:t>Human capital framework </a:t>
            </a:r>
          </a:p>
        </p:txBody>
      </p:sp>
      <p:sp>
        <p:nvSpPr>
          <p:cNvPr id="10" name="Text Placeholder 1">
            <a:extLst>
              <a:ext uri="{FF2B5EF4-FFF2-40B4-BE49-F238E27FC236}">
                <a16:creationId xmlns:a16="http://schemas.microsoft.com/office/drawing/2014/main" id="{404C8715-8B95-5AC1-1B75-988502461EF5}"/>
              </a:ext>
            </a:extLst>
          </p:cNvPr>
          <p:cNvSpPr txBox="1">
            <a:spLocks/>
          </p:cNvSpPr>
          <p:nvPr/>
        </p:nvSpPr>
        <p:spPr>
          <a:xfrm>
            <a:off x="8182644" y="1371600"/>
            <a:ext cx="3636404" cy="1066800"/>
          </a:xfrm>
          <a:prstGeom prst="rect">
            <a:avLst/>
          </a:prstGeom>
        </p:spPr>
        <p:txBody>
          <a:bodyPr vert="horz" lIns="104296" tIns="52148" rIns="104296" bIns="52148" rtlCol="0" anchor="ctr">
            <a:noAutofit/>
          </a:bodyPr>
          <a:lstStyle>
            <a:lvl1pPr marL="0" indent="0" algn="l" defTabSz="1042965" rtl="0" eaLnBrk="1" latinLnBrk="0" hangingPunct="1">
              <a:spcBef>
                <a:spcPct val="20000"/>
              </a:spcBef>
              <a:buFont typeface="Arial" pitchFamily="34" charset="0"/>
              <a:buNone/>
              <a:defRPr sz="4000" b="1" kern="1200">
                <a:solidFill>
                  <a:srgbClr val="0E2D69"/>
                </a:solidFill>
                <a:latin typeface="+mn-lt"/>
                <a:ea typeface="+mn-ea"/>
                <a:cs typeface="+mn-cs"/>
              </a:defRPr>
            </a:lvl1pPr>
            <a:lvl2pPr marL="521482" indent="0" algn="l" defTabSz="1042965" rtl="0" eaLnBrk="1" latinLnBrk="0" hangingPunct="1">
              <a:spcBef>
                <a:spcPct val="20000"/>
              </a:spcBef>
              <a:buFont typeface="Arial" pitchFamily="34" charset="0"/>
              <a:buNone/>
              <a:defRPr sz="1400" kern="1200">
                <a:solidFill>
                  <a:schemeClr val="tx1"/>
                </a:solidFill>
                <a:latin typeface="+mn-lt"/>
                <a:ea typeface="+mn-ea"/>
                <a:cs typeface="+mn-cs"/>
              </a:defRPr>
            </a:lvl2pPr>
            <a:lvl3pPr marL="1042965" indent="0" algn="l" defTabSz="1042965" rtl="0" eaLnBrk="1" latinLnBrk="0" hangingPunct="1">
              <a:spcBef>
                <a:spcPct val="20000"/>
              </a:spcBef>
              <a:buFont typeface="Arial" pitchFamily="34" charset="0"/>
              <a:buNone/>
              <a:defRPr sz="1100" kern="1200">
                <a:solidFill>
                  <a:schemeClr val="tx1"/>
                </a:solidFill>
                <a:latin typeface="+mn-lt"/>
                <a:ea typeface="+mn-ea"/>
                <a:cs typeface="+mn-cs"/>
              </a:defRPr>
            </a:lvl3pPr>
            <a:lvl4pPr marL="1564447" indent="0" algn="l" defTabSz="1042965" rtl="0" eaLnBrk="1" latinLnBrk="0" hangingPunct="1">
              <a:spcBef>
                <a:spcPct val="20000"/>
              </a:spcBef>
              <a:buFont typeface="Arial" pitchFamily="34" charset="0"/>
              <a:buNone/>
              <a:defRPr sz="1000" kern="1200">
                <a:solidFill>
                  <a:schemeClr val="tx1"/>
                </a:solidFill>
                <a:latin typeface="+mn-lt"/>
                <a:ea typeface="+mn-ea"/>
                <a:cs typeface="+mn-cs"/>
              </a:defRPr>
            </a:lvl4pPr>
            <a:lvl5pPr marL="2085929" indent="0" algn="l" defTabSz="1042965" rtl="0" eaLnBrk="1" latinLnBrk="0" hangingPunct="1">
              <a:spcBef>
                <a:spcPct val="20000"/>
              </a:spcBef>
              <a:buFont typeface="Arial" pitchFamily="34" charset="0"/>
              <a:buNone/>
              <a:defRPr sz="1000" kern="1200">
                <a:solidFill>
                  <a:schemeClr val="tx1"/>
                </a:solidFill>
                <a:latin typeface="+mn-lt"/>
                <a:ea typeface="+mn-ea"/>
                <a:cs typeface="+mn-cs"/>
              </a:defRPr>
            </a:lvl5pPr>
            <a:lvl6pPr marL="2607412" indent="0" algn="l" defTabSz="1042965" rtl="0" eaLnBrk="1" latinLnBrk="0" hangingPunct="1">
              <a:spcBef>
                <a:spcPct val="20000"/>
              </a:spcBef>
              <a:buFont typeface="Arial" pitchFamily="34" charset="0"/>
              <a:buNone/>
              <a:defRPr sz="1000" kern="1200">
                <a:solidFill>
                  <a:schemeClr val="tx1"/>
                </a:solidFill>
                <a:latin typeface="+mn-lt"/>
                <a:ea typeface="+mn-ea"/>
                <a:cs typeface="+mn-cs"/>
              </a:defRPr>
            </a:lvl6pPr>
            <a:lvl7pPr marL="3128894" indent="0" algn="l" defTabSz="1042965" rtl="0" eaLnBrk="1" latinLnBrk="0" hangingPunct="1">
              <a:spcBef>
                <a:spcPct val="20000"/>
              </a:spcBef>
              <a:buFont typeface="Arial" pitchFamily="34" charset="0"/>
              <a:buNone/>
              <a:defRPr sz="1000" kern="1200">
                <a:solidFill>
                  <a:schemeClr val="tx1"/>
                </a:solidFill>
                <a:latin typeface="+mn-lt"/>
                <a:ea typeface="+mn-ea"/>
                <a:cs typeface="+mn-cs"/>
              </a:defRPr>
            </a:lvl7pPr>
            <a:lvl8pPr marL="3650376" indent="0" algn="l" defTabSz="1042965" rtl="0" eaLnBrk="1" latinLnBrk="0" hangingPunct="1">
              <a:spcBef>
                <a:spcPct val="20000"/>
              </a:spcBef>
              <a:buFont typeface="Arial" pitchFamily="34" charset="0"/>
              <a:buNone/>
              <a:defRPr sz="1000" kern="1200">
                <a:solidFill>
                  <a:schemeClr val="tx1"/>
                </a:solidFill>
                <a:latin typeface="+mn-lt"/>
                <a:ea typeface="+mn-ea"/>
                <a:cs typeface="+mn-cs"/>
              </a:defRPr>
            </a:lvl8pPr>
            <a:lvl9pPr marL="4171859" indent="0" algn="l" defTabSz="1042965" rtl="0" eaLnBrk="1" latinLnBrk="0" hangingPunct="1">
              <a:spcBef>
                <a:spcPct val="20000"/>
              </a:spcBef>
              <a:buFont typeface="Arial" pitchFamily="34" charset="0"/>
              <a:buNone/>
              <a:defRPr sz="1000" kern="1200">
                <a:solidFill>
                  <a:schemeClr val="tx1"/>
                </a:solidFill>
                <a:latin typeface="+mn-lt"/>
                <a:ea typeface="+mn-ea"/>
                <a:cs typeface="+mn-cs"/>
              </a:defRPr>
            </a:lvl9pPr>
          </a:lstStyle>
          <a:p>
            <a:r>
              <a:rPr lang="en-US" dirty="0"/>
              <a:t>Risk assessment framework </a:t>
            </a:r>
          </a:p>
        </p:txBody>
      </p:sp>
      <p:pic>
        <p:nvPicPr>
          <p:cNvPr id="11" name="Picture 10" descr="A diagram of a diagram&#10;&#10;AI-generated content may be incorrect.">
            <a:extLst>
              <a:ext uri="{FF2B5EF4-FFF2-40B4-BE49-F238E27FC236}">
                <a16:creationId xmlns:a16="http://schemas.microsoft.com/office/drawing/2014/main" id="{29CBE617-51DD-9179-0433-4FEDA4C740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8012" y="4725144"/>
            <a:ext cx="3669030" cy="1859915"/>
          </a:xfrm>
          <a:prstGeom prst="rect">
            <a:avLst/>
          </a:prstGeom>
        </p:spPr>
      </p:pic>
      <p:sp>
        <p:nvSpPr>
          <p:cNvPr id="12" name="Content Placeholder 2">
            <a:extLst>
              <a:ext uri="{FF2B5EF4-FFF2-40B4-BE49-F238E27FC236}">
                <a16:creationId xmlns:a16="http://schemas.microsoft.com/office/drawing/2014/main" id="{09BED3EC-E433-3F23-6D63-A920BEF96C26}"/>
              </a:ext>
            </a:extLst>
          </p:cNvPr>
          <p:cNvSpPr txBox="1">
            <a:spLocks/>
          </p:cNvSpPr>
          <p:nvPr/>
        </p:nvSpPr>
        <p:spPr>
          <a:xfrm>
            <a:off x="4060327" y="2647528"/>
            <a:ext cx="3830216" cy="3557587"/>
          </a:xfrm>
          <a:prstGeom prst="rect">
            <a:avLst/>
          </a:prstGeom>
        </p:spPr>
        <p:txBody>
          <a:bodyPr vert="horz" lIns="104296" tIns="52148" rIns="104296" bIns="52148" numCol="1" rtlCol="0">
            <a:normAutofit/>
          </a:bodyPr>
          <a:lstStyle>
            <a:lvl1pPr marL="233363" indent="0" algn="l" defTabSz="1042965" rtl="0" eaLnBrk="1" latinLnBrk="0" hangingPunct="1">
              <a:spcBef>
                <a:spcPct val="20000"/>
              </a:spcBef>
              <a:buClr>
                <a:schemeClr val="accent6"/>
              </a:buClr>
              <a:buFont typeface="Wingdings" pitchFamily="2" charset="2"/>
              <a:buChar char="¨"/>
              <a:defRPr sz="2000" kern="1200">
                <a:solidFill>
                  <a:schemeClr val="tx1"/>
                </a:solidFill>
                <a:latin typeface="+mn-lt"/>
                <a:ea typeface="+mn-ea"/>
                <a:cs typeface="+mn-cs"/>
              </a:defRPr>
            </a:lvl1pPr>
            <a:lvl2pPr marL="847409" indent="-325926" algn="l" defTabSz="1042965" rtl="0" eaLnBrk="1" latinLnBrk="0" hangingPunct="1">
              <a:spcBef>
                <a:spcPct val="20000"/>
              </a:spcBef>
              <a:buClr>
                <a:schemeClr val="accent5"/>
              </a:buClr>
              <a:buFont typeface="Wingdings" pitchFamily="2" charset="2"/>
              <a:buChar char="p"/>
              <a:defRPr sz="2000" kern="1200">
                <a:solidFill>
                  <a:schemeClr val="tx1"/>
                </a:solidFill>
                <a:latin typeface="+mn-lt"/>
                <a:ea typeface="+mn-ea"/>
                <a:cs typeface="+mn-cs"/>
              </a:defRPr>
            </a:lvl2pPr>
            <a:lvl3pPr marL="1303706" indent="-260741" algn="l" defTabSz="1042965" rtl="0" eaLnBrk="1" latinLnBrk="0" hangingPunct="1">
              <a:spcBef>
                <a:spcPct val="20000"/>
              </a:spcBef>
              <a:buClr>
                <a:schemeClr val="accent6"/>
              </a:buClr>
              <a:buFont typeface="Arial" pitchFamily="34" charset="0"/>
              <a:buChar char="►"/>
              <a:defRPr sz="2000" kern="1200">
                <a:solidFill>
                  <a:schemeClr val="tx1"/>
                </a:solidFill>
                <a:latin typeface="+mn-lt"/>
                <a:ea typeface="+mn-ea"/>
                <a:cs typeface="+mn-cs"/>
              </a:defRPr>
            </a:lvl3pPr>
            <a:lvl4pPr marL="1825188" indent="-260741" algn="l" defTabSz="1042965" rtl="0" eaLnBrk="1" latinLnBrk="0" hangingPunct="1">
              <a:spcBef>
                <a:spcPct val="20000"/>
              </a:spcBef>
              <a:buClr>
                <a:schemeClr val="accent5"/>
              </a:buClr>
              <a:buFont typeface="Arial" pitchFamily="34" charset="0"/>
              <a:buChar char="■"/>
              <a:defRPr sz="2000" kern="1200">
                <a:solidFill>
                  <a:schemeClr val="tx1"/>
                </a:solidFill>
                <a:latin typeface="+mn-lt"/>
                <a:ea typeface="+mn-ea"/>
                <a:cs typeface="+mn-cs"/>
              </a:defRPr>
            </a:lvl4pPr>
            <a:lvl5pPr marL="2346670" indent="-260741" algn="l" defTabSz="1042965" rtl="0" eaLnBrk="1" latinLnBrk="0" hangingPunct="1">
              <a:spcBef>
                <a:spcPct val="20000"/>
              </a:spcBef>
              <a:buClr>
                <a:schemeClr val="accent6"/>
              </a:buClr>
              <a:buFont typeface="Arial" pitchFamily="34" charset="0"/>
              <a:buChar char="»"/>
              <a:defRPr sz="2000" kern="1200">
                <a:solidFill>
                  <a:schemeClr val="tx1"/>
                </a:solidFill>
                <a:latin typeface="+mn-lt"/>
                <a:ea typeface="+mn-ea"/>
                <a:cs typeface="+mn-cs"/>
              </a:defRPr>
            </a:lvl5pPr>
            <a:lvl6pPr marL="2868153" indent="-260741" algn="l" defTabSz="1042965"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635" indent="-260741" algn="l" defTabSz="1042965"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117" indent="-260741" algn="l" defTabSz="1042965"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600" indent="-260741" algn="l" defTabSz="1042965"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a:buFont typeface="Wingdings" pitchFamily="2" charset="2"/>
              <a:buNone/>
            </a:pPr>
            <a:r>
              <a:rPr lang="en-US" sz="1800" kern="0" dirty="0">
                <a:effectLst/>
                <a:ea typeface="Times New Roman" panose="02020603050405020304" pitchFamily="18" charset="0"/>
              </a:rPr>
              <a:t>Human capital theory revolves around the concept that investment in education and training enhances an individual's productivity. The theory is based on the principles that much like physical capital, human capital involves costs, such as tuition and foregone earnings, but yields benefits, particularly higher anticipated income</a:t>
            </a:r>
            <a:r>
              <a:rPr lang="en-US" sz="1600" dirty="0">
                <a:effectLst/>
              </a:rPr>
              <a:t> </a:t>
            </a:r>
            <a:endParaRPr lang="en-US" dirty="0"/>
          </a:p>
        </p:txBody>
      </p:sp>
      <p:sp>
        <p:nvSpPr>
          <p:cNvPr id="13" name="Content Placeholder 2">
            <a:extLst>
              <a:ext uri="{FF2B5EF4-FFF2-40B4-BE49-F238E27FC236}">
                <a16:creationId xmlns:a16="http://schemas.microsoft.com/office/drawing/2014/main" id="{39917C68-1315-1583-E16C-C5404E64B35E}"/>
              </a:ext>
            </a:extLst>
          </p:cNvPr>
          <p:cNvSpPr txBox="1">
            <a:spLocks/>
          </p:cNvSpPr>
          <p:nvPr/>
        </p:nvSpPr>
        <p:spPr>
          <a:xfrm>
            <a:off x="7878462" y="2667000"/>
            <a:ext cx="3830216" cy="3557587"/>
          </a:xfrm>
          <a:prstGeom prst="rect">
            <a:avLst/>
          </a:prstGeom>
        </p:spPr>
        <p:txBody>
          <a:bodyPr vert="horz" lIns="104296" tIns="52148" rIns="104296" bIns="52148" numCol="1" rtlCol="0">
            <a:normAutofit lnSpcReduction="10000"/>
          </a:bodyPr>
          <a:lstStyle>
            <a:lvl1pPr marL="233363" indent="0" algn="l" defTabSz="1042965" rtl="0" eaLnBrk="1" latinLnBrk="0" hangingPunct="1">
              <a:spcBef>
                <a:spcPct val="20000"/>
              </a:spcBef>
              <a:buClr>
                <a:schemeClr val="accent6"/>
              </a:buClr>
              <a:buFont typeface="Wingdings" pitchFamily="2" charset="2"/>
              <a:buChar char="¨"/>
              <a:defRPr sz="2000" kern="1200">
                <a:solidFill>
                  <a:schemeClr val="tx1"/>
                </a:solidFill>
                <a:latin typeface="+mn-lt"/>
                <a:ea typeface="+mn-ea"/>
                <a:cs typeface="+mn-cs"/>
              </a:defRPr>
            </a:lvl1pPr>
            <a:lvl2pPr marL="847409" indent="-325926" algn="l" defTabSz="1042965" rtl="0" eaLnBrk="1" latinLnBrk="0" hangingPunct="1">
              <a:spcBef>
                <a:spcPct val="20000"/>
              </a:spcBef>
              <a:buClr>
                <a:schemeClr val="accent5"/>
              </a:buClr>
              <a:buFont typeface="Wingdings" pitchFamily="2" charset="2"/>
              <a:buChar char="p"/>
              <a:defRPr sz="2000" kern="1200">
                <a:solidFill>
                  <a:schemeClr val="tx1"/>
                </a:solidFill>
                <a:latin typeface="+mn-lt"/>
                <a:ea typeface="+mn-ea"/>
                <a:cs typeface="+mn-cs"/>
              </a:defRPr>
            </a:lvl2pPr>
            <a:lvl3pPr marL="1303706" indent="-260741" algn="l" defTabSz="1042965" rtl="0" eaLnBrk="1" latinLnBrk="0" hangingPunct="1">
              <a:spcBef>
                <a:spcPct val="20000"/>
              </a:spcBef>
              <a:buClr>
                <a:schemeClr val="accent6"/>
              </a:buClr>
              <a:buFont typeface="Arial" pitchFamily="34" charset="0"/>
              <a:buChar char="►"/>
              <a:defRPr sz="2000" kern="1200">
                <a:solidFill>
                  <a:schemeClr val="tx1"/>
                </a:solidFill>
                <a:latin typeface="+mn-lt"/>
                <a:ea typeface="+mn-ea"/>
                <a:cs typeface="+mn-cs"/>
              </a:defRPr>
            </a:lvl3pPr>
            <a:lvl4pPr marL="1825188" indent="-260741" algn="l" defTabSz="1042965" rtl="0" eaLnBrk="1" latinLnBrk="0" hangingPunct="1">
              <a:spcBef>
                <a:spcPct val="20000"/>
              </a:spcBef>
              <a:buClr>
                <a:schemeClr val="accent5"/>
              </a:buClr>
              <a:buFont typeface="Arial" pitchFamily="34" charset="0"/>
              <a:buChar char="■"/>
              <a:defRPr sz="2000" kern="1200">
                <a:solidFill>
                  <a:schemeClr val="tx1"/>
                </a:solidFill>
                <a:latin typeface="+mn-lt"/>
                <a:ea typeface="+mn-ea"/>
                <a:cs typeface="+mn-cs"/>
              </a:defRPr>
            </a:lvl4pPr>
            <a:lvl5pPr marL="2346670" indent="-260741" algn="l" defTabSz="1042965" rtl="0" eaLnBrk="1" latinLnBrk="0" hangingPunct="1">
              <a:spcBef>
                <a:spcPct val="20000"/>
              </a:spcBef>
              <a:buClr>
                <a:schemeClr val="accent6"/>
              </a:buClr>
              <a:buFont typeface="Arial" pitchFamily="34" charset="0"/>
              <a:buChar char="»"/>
              <a:defRPr sz="2000" kern="1200">
                <a:solidFill>
                  <a:schemeClr val="tx1"/>
                </a:solidFill>
                <a:latin typeface="+mn-lt"/>
                <a:ea typeface="+mn-ea"/>
                <a:cs typeface="+mn-cs"/>
              </a:defRPr>
            </a:lvl5pPr>
            <a:lvl6pPr marL="2868153" indent="-260741" algn="l" defTabSz="1042965"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635" indent="-260741" algn="l" defTabSz="1042965"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117" indent="-260741" algn="l" defTabSz="1042965"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600" indent="-260741" algn="l" defTabSz="1042965"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a:buFont typeface="Wingdings" pitchFamily="2" charset="2"/>
              <a:buNone/>
            </a:pPr>
            <a:r>
              <a:rPr lang="en-US" sz="1800" kern="0" dirty="0">
                <a:effectLst/>
                <a:ea typeface="Times New Roman" panose="02020603050405020304" pitchFamily="18" charset="0"/>
              </a:rPr>
              <a:t>combination of several approaches studying distinct characteristics that contribute to a comprehensive analysis of economic and health-related risks. The risk assessment framework developed identifies several vital risk factors. These include economic risks, such as the increased likelihood of disabled workers being employed in "shutdown industries" heavily impacted by COVID-19 restrictions like retail or </a:t>
            </a:r>
            <a:r>
              <a:rPr lang="en-US" sz="1800" kern="0" dirty="0" err="1">
                <a:effectLst/>
                <a:ea typeface="Times New Roman" panose="02020603050405020304" pitchFamily="18" charset="0"/>
              </a:rPr>
              <a:t>accommodati</a:t>
            </a:r>
            <a:r>
              <a:rPr lang="en-US" sz="1600" dirty="0">
                <a:effectLst/>
              </a:rPr>
              <a:t> </a:t>
            </a:r>
            <a:endParaRPr lang="en-US" dirty="0"/>
          </a:p>
        </p:txBody>
      </p:sp>
    </p:spTree>
    <p:extLst>
      <p:ext uri="{BB962C8B-B14F-4D97-AF65-F5344CB8AC3E}">
        <p14:creationId xmlns:p14="http://schemas.microsoft.com/office/powerpoint/2010/main" val="8774219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FEAE79-134F-B348-0202-500D6DAAFC45}"/>
              </a:ext>
            </a:extLst>
          </p:cNvPr>
          <p:cNvSpPr>
            <a:spLocks noGrp="1"/>
          </p:cNvSpPr>
          <p:nvPr>
            <p:ph type="body" sz="half" idx="2"/>
          </p:nvPr>
        </p:nvSpPr>
        <p:spPr/>
        <p:txBody>
          <a:bodyPr/>
          <a:lstStyle/>
          <a:p>
            <a:r>
              <a:rPr lang="en-US" dirty="0"/>
              <a:t> </a:t>
            </a:r>
          </a:p>
        </p:txBody>
      </p:sp>
      <p:sp>
        <p:nvSpPr>
          <p:cNvPr id="3" name="Content Placeholder 2">
            <a:extLst>
              <a:ext uri="{FF2B5EF4-FFF2-40B4-BE49-F238E27FC236}">
                <a16:creationId xmlns:a16="http://schemas.microsoft.com/office/drawing/2014/main" id="{B360EECE-2BC0-D98F-81E4-4B149DF4FDC5}"/>
              </a:ext>
            </a:extLst>
          </p:cNvPr>
          <p:cNvSpPr>
            <a:spLocks noGrp="1"/>
          </p:cNvSpPr>
          <p:nvPr>
            <p:ph sz="quarter" idx="13"/>
          </p:nvPr>
        </p:nvSpPr>
        <p:spPr>
          <a:xfrm>
            <a:off x="523428" y="4724583"/>
            <a:ext cx="11277601" cy="3967336"/>
          </a:xfrm>
        </p:spPr>
        <p:txBody>
          <a:bodyPr numCol="1"/>
          <a:lstStyle/>
          <a:p>
            <a:pPr>
              <a:buNone/>
            </a:pPr>
            <a:r>
              <a:rPr lang="en-US" dirty="0"/>
              <a:t>difference-in-differences (</a:t>
            </a:r>
            <a:r>
              <a:rPr lang="en-US" dirty="0" err="1"/>
              <a:t>DiD</a:t>
            </a:r>
            <a:r>
              <a:rPr lang="en-US" dirty="0"/>
              <a:t>) event study design with estimation through a linear probability model (LPM). The primary objective is to assess how the likelihood of employment evolves before and after the onset of disability, relative to a control group of </a:t>
            </a:r>
            <a:r>
              <a:rPr lang="en-US" dirty="0" err="1"/>
              <a:t>normotypical</a:t>
            </a:r>
            <a:r>
              <a:rPr lang="en-US" dirty="0"/>
              <a:t> individuals. </a:t>
            </a:r>
          </a:p>
        </p:txBody>
      </p:sp>
      <p:sp>
        <p:nvSpPr>
          <p:cNvPr id="4" name="Date Placeholder 3">
            <a:extLst>
              <a:ext uri="{FF2B5EF4-FFF2-40B4-BE49-F238E27FC236}">
                <a16:creationId xmlns:a16="http://schemas.microsoft.com/office/drawing/2014/main" id="{BADFB87C-9FE1-3C8D-B4BA-8F2CF5726955}"/>
              </a:ext>
            </a:extLst>
          </p:cNvPr>
          <p:cNvSpPr>
            <a:spLocks noGrp="1"/>
          </p:cNvSpPr>
          <p:nvPr>
            <p:ph type="dt" sz="half" idx="14"/>
          </p:nvPr>
        </p:nvSpPr>
        <p:spPr/>
        <p:txBody>
          <a:bodyPr/>
          <a:lstStyle/>
          <a:p>
            <a:r>
              <a:rPr lang="en-US"/>
              <a:t>The Impact of COVID-19 Restrictions on the Employment of Workers with Disabilities</a:t>
            </a:r>
            <a:endParaRPr lang="en-US" dirty="0"/>
          </a:p>
        </p:txBody>
      </p:sp>
      <p:sp>
        <p:nvSpPr>
          <p:cNvPr id="5" name="Title 4">
            <a:extLst>
              <a:ext uri="{FF2B5EF4-FFF2-40B4-BE49-F238E27FC236}">
                <a16:creationId xmlns:a16="http://schemas.microsoft.com/office/drawing/2014/main" id="{866C666A-9B79-02F4-91BD-D958139D0B55}"/>
              </a:ext>
            </a:extLst>
          </p:cNvPr>
          <p:cNvSpPr>
            <a:spLocks noGrp="1"/>
          </p:cNvSpPr>
          <p:nvPr>
            <p:ph type="ctrTitle"/>
          </p:nvPr>
        </p:nvSpPr>
        <p:spPr/>
        <p:txBody>
          <a:bodyPr/>
          <a:lstStyle/>
          <a:p>
            <a:r>
              <a:rPr lang="en-US" dirty="0"/>
              <a:t>Methodology</a:t>
            </a:r>
          </a:p>
        </p:txBody>
      </p:sp>
      <p:sp>
        <p:nvSpPr>
          <p:cNvPr id="6" name="Slide Number Placeholder 5">
            <a:extLst>
              <a:ext uri="{FF2B5EF4-FFF2-40B4-BE49-F238E27FC236}">
                <a16:creationId xmlns:a16="http://schemas.microsoft.com/office/drawing/2014/main" id="{7263AFE4-338B-98E8-35ED-C6BB4FAB40FE}"/>
              </a:ext>
            </a:extLst>
          </p:cNvPr>
          <p:cNvSpPr>
            <a:spLocks noGrp="1"/>
          </p:cNvSpPr>
          <p:nvPr>
            <p:ph type="sldNum" sz="quarter" idx="12"/>
          </p:nvPr>
        </p:nvSpPr>
        <p:spPr/>
        <p:txBody>
          <a:bodyPr/>
          <a:lstStyle/>
          <a:p>
            <a:fld id="{A5520658-BAFE-47DF-9143-2658ED8FD06B}" type="slidenum">
              <a:rPr lang="en-US" smtClean="0"/>
              <a:pPr/>
              <a:t>6</a:t>
            </a:fld>
            <a:endParaRPr lang="en-US" dirty="0"/>
          </a:p>
        </p:txBody>
      </p:sp>
      <p:sp>
        <p:nvSpPr>
          <p:cNvPr id="7" name="Footer Placeholder 6">
            <a:extLst>
              <a:ext uri="{FF2B5EF4-FFF2-40B4-BE49-F238E27FC236}">
                <a16:creationId xmlns:a16="http://schemas.microsoft.com/office/drawing/2014/main" id="{310D0582-28FE-263E-7CF2-48C32DF476BA}"/>
              </a:ext>
            </a:extLst>
          </p:cNvPr>
          <p:cNvSpPr>
            <a:spLocks noGrp="1"/>
          </p:cNvSpPr>
          <p:nvPr>
            <p:ph type="ftr" sz="quarter" idx="11"/>
          </p:nvPr>
        </p:nvSpPr>
        <p:spPr/>
        <p:txBody>
          <a:bodyPr/>
          <a:lstStyle/>
          <a:p>
            <a:r>
              <a:rPr lang="en-US"/>
              <a:t>Second pre-defense</a:t>
            </a:r>
            <a:endParaRPr lang="en-US"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DD70AB7-FD0F-840D-DAF5-7A9A9A879B03}"/>
                  </a:ext>
                </a:extLst>
              </p:cNvPr>
              <p:cNvSpPr txBox="1"/>
              <p:nvPr/>
            </p:nvSpPr>
            <p:spPr>
              <a:xfrm>
                <a:off x="1820193" y="2769821"/>
                <a:ext cx="8684070" cy="11378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rgbClr val="836967"/>
                              </a:solidFill>
                              <a:latin typeface="Cambria Math" panose="02040503050406030204" pitchFamily="18" charset="0"/>
                            </a:rPr>
                          </m:ctrlPr>
                        </m:sSubPr>
                        <m:e>
                          <m:r>
                            <a:rPr lang="en-US" sz="2800" i="1">
                              <a:latin typeface="Cambria Math" panose="02040503050406030204" pitchFamily="18" charset="0"/>
                            </a:rPr>
                            <m:t>𝑦</m:t>
                          </m:r>
                        </m:e>
                        <m:sub>
                          <m:r>
                            <a:rPr lang="en-US" sz="2800" i="1">
                              <a:latin typeface="Cambria Math" panose="02040503050406030204" pitchFamily="18" charset="0"/>
                            </a:rPr>
                            <m:t>𝑖𝑡</m:t>
                          </m:r>
                        </m:sub>
                      </m:sSub>
                      <m:r>
                        <a:rPr lang="en-US" sz="2800" i="0">
                          <a:latin typeface="Cambria Math" panose="02040503050406030204" pitchFamily="18" charset="0"/>
                        </a:rPr>
                        <m:t>= </m:t>
                      </m:r>
                      <m:sSub>
                        <m:sSubPr>
                          <m:ctrlPr>
                            <a:rPr lang="en-US" sz="2800" i="1">
                              <a:solidFill>
                                <a:srgbClr val="836967"/>
                              </a:solidFill>
                              <a:latin typeface="Cambria Math" panose="02040503050406030204" pitchFamily="18" charset="0"/>
                            </a:rPr>
                          </m:ctrlPr>
                        </m:sSubPr>
                        <m:e>
                          <m:r>
                            <a:rPr lang="en-US" sz="2800" i="1">
                              <a:latin typeface="Cambria Math" panose="02040503050406030204" pitchFamily="18" charset="0"/>
                            </a:rPr>
                            <m:t>𝛼</m:t>
                          </m:r>
                        </m:e>
                        <m:sub>
                          <m:r>
                            <a:rPr lang="en-US" sz="2800" i="1">
                              <a:latin typeface="Cambria Math" panose="02040503050406030204" pitchFamily="18" charset="0"/>
                            </a:rPr>
                            <m:t>𝑖</m:t>
                          </m:r>
                        </m:sub>
                      </m:sSub>
                      <m:r>
                        <a:rPr lang="en-US" sz="2800" i="0">
                          <a:latin typeface="Cambria Math" panose="02040503050406030204" pitchFamily="18" charset="0"/>
                        </a:rPr>
                        <m:t>+</m:t>
                      </m:r>
                      <m:sSub>
                        <m:sSubPr>
                          <m:ctrlPr>
                            <a:rPr lang="en-US" sz="2800" i="1">
                              <a:solidFill>
                                <a:srgbClr val="836967"/>
                              </a:solidFill>
                              <a:latin typeface="Cambria Math" panose="02040503050406030204" pitchFamily="18" charset="0"/>
                            </a:rPr>
                          </m:ctrlPr>
                        </m:sSubPr>
                        <m:e>
                          <m:r>
                            <a:rPr lang="en-US" sz="2800" i="1">
                              <a:latin typeface="Cambria Math" panose="02040503050406030204" pitchFamily="18" charset="0"/>
                            </a:rPr>
                            <m:t>𝛿</m:t>
                          </m:r>
                        </m:e>
                        <m:sub>
                          <m:r>
                            <a:rPr lang="en-US" sz="2800" i="1">
                              <a:latin typeface="Cambria Math" panose="02040503050406030204" pitchFamily="18" charset="0"/>
                            </a:rPr>
                            <m:t>𝑡</m:t>
                          </m:r>
                        </m:sub>
                      </m:sSub>
                      <m:r>
                        <a:rPr lang="en-US" sz="2800" i="0">
                          <a:latin typeface="Cambria Math" panose="02040503050406030204" pitchFamily="18" charset="0"/>
                        </a:rPr>
                        <m:t>+</m:t>
                      </m:r>
                      <m:nary>
                        <m:naryPr>
                          <m:chr m:val="∑"/>
                          <m:limLoc m:val="undOvr"/>
                          <m:ctrlPr>
                            <a:rPr lang="en-US" sz="2800" i="1">
                              <a:latin typeface="Cambria Math" panose="02040503050406030204" pitchFamily="18" charset="0"/>
                            </a:rPr>
                          </m:ctrlPr>
                        </m:naryPr>
                        <m:sub>
                          <m:r>
                            <a:rPr lang="en-US" sz="2800" i="1">
                              <a:latin typeface="Cambria Math" panose="02040503050406030204" pitchFamily="18" charset="0"/>
                            </a:rPr>
                            <m:t>𝑘</m:t>
                          </m:r>
                          <m:r>
                            <a:rPr lang="en-US" sz="2800" i="0">
                              <a:latin typeface="Cambria Math" panose="02040503050406030204" pitchFamily="18" charset="0"/>
                            </a:rPr>
                            <m:t>≠−1</m:t>
                          </m:r>
                        </m:sub>
                        <m:sup>
                          <m:r>
                            <a:rPr lang="en-US" sz="2800" b="0" i="1" smtClean="0">
                              <a:latin typeface="Cambria Math" panose="02040503050406030204" pitchFamily="18" charset="0"/>
                            </a:rPr>
                            <m:t> </m:t>
                          </m:r>
                        </m:sup>
                        <m:e>
                          <m:sSub>
                            <m:sSubPr>
                              <m:ctrlPr>
                                <a:rPr lang="en-US" sz="2800" i="1">
                                  <a:solidFill>
                                    <a:srgbClr val="836967"/>
                                  </a:solidFill>
                                  <a:latin typeface="Cambria Math" panose="02040503050406030204" pitchFamily="18" charset="0"/>
                                </a:rPr>
                              </m:ctrlPr>
                            </m:sSubPr>
                            <m:e>
                              <m:r>
                                <a:rPr lang="en-US" sz="2800" i="1">
                                  <a:latin typeface="Cambria Math" panose="02040503050406030204" pitchFamily="18" charset="0"/>
                                </a:rPr>
                                <m:t>𝛽</m:t>
                              </m:r>
                            </m:e>
                            <m:sub>
                              <m:r>
                                <a:rPr lang="en-US" sz="2800" i="1">
                                  <a:latin typeface="Cambria Math" panose="02040503050406030204" pitchFamily="18" charset="0"/>
                                </a:rPr>
                                <m:t>𝑘</m:t>
                              </m:r>
                            </m:sub>
                          </m:sSub>
                        </m:e>
                      </m:nary>
                      <m:r>
                        <a:rPr lang="en-US" sz="2800" i="0">
                          <a:latin typeface="Cambria Math" panose="02040503050406030204" pitchFamily="18" charset="0"/>
                        </a:rPr>
                        <m:t>∙</m:t>
                      </m:r>
                      <m:d>
                        <m:dPr>
                          <m:ctrlPr>
                            <a:rPr lang="en-US" sz="2800" i="1">
                              <a:solidFill>
                                <a:srgbClr val="836967"/>
                              </a:solidFill>
                              <a:latin typeface="Cambria Math" panose="02040503050406030204" pitchFamily="18" charset="0"/>
                            </a:rPr>
                          </m:ctrlPr>
                        </m:dPr>
                        <m:e>
                          <m:r>
                            <a:rPr lang="en-US" sz="2800" i="1">
                              <a:latin typeface="Cambria Math" panose="02040503050406030204" pitchFamily="18" charset="0"/>
                            </a:rPr>
                            <m:t>𝐷𝑖𝑠𝑎𝑏𝑙𝑒</m:t>
                          </m:r>
                          <m:sSub>
                            <m:sSubPr>
                              <m:ctrlPr>
                                <a:rPr lang="en-US" sz="2800" i="1">
                                  <a:solidFill>
                                    <a:srgbClr val="836967"/>
                                  </a:solidFill>
                                  <a:latin typeface="Cambria Math" panose="02040503050406030204" pitchFamily="18" charset="0"/>
                                </a:rPr>
                              </m:ctrlPr>
                            </m:sSubPr>
                            <m:e>
                              <m:r>
                                <a:rPr lang="en-US" sz="2800" i="1">
                                  <a:latin typeface="Cambria Math" panose="02040503050406030204" pitchFamily="18" charset="0"/>
                                </a:rPr>
                                <m:t>𝑑</m:t>
                              </m:r>
                            </m:e>
                            <m:sub>
                              <m:r>
                                <a:rPr lang="en-US" sz="2800" i="1">
                                  <a:latin typeface="Cambria Math" panose="02040503050406030204" pitchFamily="18" charset="0"/>
                                </a:rPr>
                                <m:t>𝑖</m:t>
                              </m:r>
                            </m:sub>
                          </m:sSub>
                          <m:r>
                            <a:rPr lang="en-US" sz="2800" i="0">
                              <a:latin typeface="Cambria Math" panose="02040503050406030204" pitchFamily="18" charset="0"/>
                            </a:rPr>
                            <m:t>×</m:t>
                          </m:r>
                          <m:sSubSup>
                            <m:sSubSupPr>
                              <m:ctrlPr>
                                <a:rPr lang="en-US" sz="2800" i="1">
                                  <a:solidFill>
                                    <a:srgbClr val="836967"/>
                                  </a:solidFill>
                                  <a:latin typeface="Cambria Math" panose="02040503050406030204" pitchFamily="18" charset="0"/>
                                </a:rPr>
                              </m:ctrlPr>
                            </m:sSubSupPr>
                            <m:e>
                              <m:r>
                                <a:rPr lang="en-US" sz="2800" i="1">
                                  <a:latin typeface="Cambria Math" panose="02040503050406030204" pitchFamily="18" charset="0"/>
                                </a:rPr>
                                <m:t>𝑃𝑜𝑠𝑡</m:t>
                              </m:r>
                            </m:e>
                            <m:sub>
                              <m:r>
                                <a:rPr lang="en-US" sz="2800" i="1">
                                  <a:latin typeface="Cambria Math" panose="02040503050406030204" pitchFamily="18" charset="0"/>
                                </a:rPr>
                                <m:t>𝑡</m:t>
                              </m:r>
                            </m:sub>
                            <m:sup>
                              <m:r>
                                <a:rPr lang="en-US" sz="2800" i="1">
                                  <a:latin typeface="Cambria Math" panose="02040503050406030204" pitchFamily="18" charset="0"/>
                                </a:rPr>
                                <m:t>𝑘</m:t>
                              </m:r>
                            </m:sup>
                          </m:sSubSup>
                        </m:e>
                      </m:d>
                      <m:r>
                        <a:rPr lang="en-US" sz="2800" i="0">
                          <a:latin typeface="Cambria Math" panose="02040503050406030204" pitchFamily="18" charset="0"/>
                        </a:rPr>
                        <m:t>+</m:t>
                      </m:r>
                      <m:sSub>
                        <m:sSubPr>
                          <m:ctrlPr>
                            <a:rPr lang="en-US" sz="2800" i="1">
                              <a:solidFill>
                                <a:srgbClr val="836967"/>
                              </a:solidFill>
                              <a:latin typeface="Cambria Math" panose="02040503050406030204" pitchFamily="18" charset="0"/>
                            </a:rPr>
                          </m:ctrlPr>
                        </m:sSubPr>
                        <m:e>
                          <m:r>
                            <a:rPr lang="en-US" sz="2800" i="1">
                              <a:latin typeface="Cambria Math" panose="02040503050406030204" pitchFamily="18" charset="0"/>
                            </a:rPr>
                            <m:t>𝜖</m:t>
                          </m:r>
                        </m:e>
                        <m:sub>
                          <m:r>
                            <a:rPr lang="en-US" sz="2800" i="1">
                              <a:latin typeface="Cambria Math" panose="02040503050406030204" pitchFamily="18" charset="0"/>
                            </a:rPr>
                            <m:t>𝑖𝑡</m:t>
                          </m:r>
                        </m:sub>
                      </m:sSub>
                    </m:oMath>
                  </m:oMathPara>
                </a14:m>
                <a:endParaRPr lang="en-US" sz="2800" dirty="0"/>
              </a:p>
            </p:txBody>
          </p:sp>
        </mc:Choice>
        <mc:Fallback xmlns="">
          <p:sp>
            <p:nvSpPr>
              <p:cNvPr id="9" name="TextBox 8">
                <a:extLst>
                  <a:ext uri="{FF2B5EF4-FFF2-40B4-BE49-F238E27FC236}">
                    <a16:creationId xmlns:a16="http://schemas.microsoft.com/office/drawing/2014/main" id="{7DD70AB7-FD0F-840D-DAF5-7A9A9A879B03}"/>
                  </a:ext>
                </a:extLst>
              </p:cNvPr>
              <p:cNvSpPr txBox="1">
                <a:spLocks noRot="1" noChangeAspect="1" noMove="1" noResize="1" noEditPoints="1" noAdjustHandles="1" noChangeArrowheads="1" noChangeShapeType="1" noTextEdit="1"/>
              </p:cNvSpPr>
              <p:nvPr/>
            </p:nvSpPr>
            <p:spPr>
              <a:xfrm>
                <a:off x="1820193" y="2769821"/>
                <a:ext cx="8684070" cy="1137876"/>
              </a:xfrm>
              <a:prstGeom prst="rect">
                <a:avLst/>
              </a:prstGeom>
              <a:blipFill>
                <a:blip r:embed="rId2"/>
                <a:stretch>
                  <a:fillRect t="-128571" b="-180220"/>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45BF14EA-BFE8-2853-DA88-3E39CC19C4E5}"/>
              </a:ext>
            </a:extLst>
          </p:cNvPr>
          <p:cNvSpPr txBox="1"/>
          <p:nvPr/>
        </p:nvSpPr>
        <p:spPr>
          <a:xfrm>
            <a:off x="2188810" y="1772816"/>
            <a:ext cx="6552728" cy="3312368"/>
          </a:xfrm>
          <a:prstGeom prst="rect">
            <a:avLst/>
          </a:prstGeom>
          <a:noFill/>
        </p:spPr>
        <p:txBody>
          <a:bodyPr wrap="square" rtlCol="0">
            <a:spAutoFit/>
          </a:bodyPr>
          <a:lstStyle/>
          <a:p>
            <a:endParaRPr lang="en-US" dirty="0"/>
          </a:p>
        </p:txBody>
      </p:sp>
      <p:sp>
        <p:nvSpPr>
          <p:cNvPr id="11" name="Text Placeholder 1">
            <a:extLst>
              <a:ext uri="{FF2B5EF4-FFF2-40B4-BE49-F238E27FC236}">
                <a16:creationId xmlns:a16="http://schemas.microsoft.com/office/drawing/2014/main" id="{6B53B2C7-D05D-16EB-75BD-C37870A9D4D8}"/>
              </a:ext>
            </a:extLst>
          </p:cNvPr>
          <p:cNvSpPr txBox="1">
            <a:spLocks/>
          </p:cNvSpPr>
          <p:nvPr/>
        </p:nvSpPr>
        <p:spPr>
          <a:xfrm>
            <a:off x="608012" y="1371600"/>
            <a:ext cx="4550296" cy="1066800"/>
          </a:xfrm>
          <a:prstGeom prst="rect">
            <a:avLst/>
          </a:prstGeom>
        </p:spPr>
        <p:txBody>
          <a:bodyPr vert="horz" lIns="104296" tIns="52148" rIns="104296" bIns="52148" rtlCol="0" anchor="ctr">
            <a:noAutofit/>
          </a:bodyPr>
          <a:lstStyle>
            <a:lvl1pPr marL="0" indent="0" algn="l" defTabSz="1042965" rtl="0" eaLnBrk="1" latinLnBrk="0" hangingPunct="1">
              <a:spcBef>
                <a:spcPct val="20000"/>
              </a:spcBef>
              <a:buFont typeface="Arial" pitchFamily="34" charset="0"/>
              <a:buNone/>
              <a:defRPr sz="4000" b="1" kern="1200">
                <a:solidFill>
                  <a:srgbClr val="0E2D69"/>
                </a:solidFill>
                <a:latin typeface="+mn-lt"/>
                <a:ea typeface="+mn-ea"/>
                <a:cs typeface="+mn-cs"/>
              </a:defRPr>
            </a:lvl1pPr>
            <a:lvl2pPr marL="521482" indent="0" algn="l" defTabSz="1042965" rtl="0" eaLnBrk="1" latinLnBrk="0" hangingPunct="1">
              <a:spcBef>
                <a:spcPct val="20000"/>
              </a:spcBef>
              <a:buFont typeface="Arial" pitchFamily="34" charset="0"/>
              <a:buNone/>
              <a:defRPr sz="1400" kern="1200">
                <a:solidFill>
                  <a:schemeClr val="tx1"/>
                </a:solidFill>
                <a:latin typeface="+mn-lt"/>
                <a:ea typeface="+mn-ea"/>
                <a:cs typeface="+mn-cs"/>
              </a:defRPr>
            </a:lvl2pPr>
            <a:lvl3pPr marL="1042965" indent="0" algn="l" defTabSz="1042965" rtl="0" eaLnBrk="1" latinLnBrk="0" hangingPunct="1">
              <a:spcBef>
                <a:spcPct val="20000"/>
              </a:spcBef>
              <a:buFont typeface="Arial" pitchFamily="34" charset="0"/>
              <a:buNone/>
              <a:defRPr sz="1100" kern="1200">
                <a:solidFill>
                  <a:schemeClr val="tx1"/>
                </a:solidFill>
                <a:latin typeface="+mn-lt"/>
                <a:ea typeface="+mn-ea"/>
                <a:cs typeface="+mn-cs"/>
              </a:defRPr>
            </a:lvl3pPr>
            <a:lvl4pPr marL="1564447" indent="0" algn="l" defTabSz="1042965" rtl="0" eaLnBrk="1" latinLnBrk="0" hangingPunct="1">
              <a:spcBef>
                <a:spcPct val="20000"/>
              </a:spcBef>
              <a:buFont typeface="Arial" pitchFamily="34" charset="0"/>
              <a:buNone/>
              <a:defRPr sz="1000" kern="1200">
                <a:solidFill>
                  <a:schemeClr val="tx1"/>
                </a:solidFill>
                <a:latin typeface="+mn-lt"/>
                <a:ea typeface="+mn-ea"/>
                <a:cs typeface="+mn-cs"/>
              </a:defRPr>
            </a:lvl4pPr>
            <a:lvl5pPr marL="2085929" indent="0" algn="l" defTabSz="1042965" rtl="0" eaLnBrk="1" latinLnBrk="0" hangingPunct="1">
              <a:spcBef>
                <a:spcPct val="20000"/>
              </a:spcBef>
              <a:buFont typeface="Arial" pitchFamily="34" charset="0"/>
              <a:buNone/>
              <a:defRPr sz="1000" kern="1200">
                <a:solidFill>
                  <a:schemeClr val="tx1"/>
                </a:solidFill>
                <a:latin typeface="+mn-lt"/>
                <a:ea typeface="+mn-ea"/>
                <a:cs typeface="+mn-cs"/>
              </a:defRPr>
            </a:lvl5pPr>
            <a:lvl6pPr marL="2607412" indent="0" algn="l" defTabSz="1042965" rtl="0" eaLnBrk="1" latinLnBrk="0" hangingPunct="1">
              <a:spcBef>
                <a:spcPct val="20000"/>
              </a:spcBef>
              <a:buFont typeface="Arial" pitchFamily="34" charset="0"/>
              <a:buNone/>
              <a:defRPr sz="1000" kern="1200">
                <a:solidFill>
                  <a:schemeClr val="tx1"/>
                </a:solidFill>
                <a:latin typeface="+mn-lt"/>
                <a:ea typeface="+mn-ea"/>
                <a:cs typeface="+mn-cs"/>
              </a:defRPr>
            </a:lvl6pPr>
            <a:lvl7pPr marL="3128894" indent="0" algn="l" defTabSz="1042965" rtl="0" eaLnBrk="1" latinLnBrk="0" hangingPunct="1">
              <a:spcBef>
                <a:spcPct val="20000"/>
              </a:spcBef>
              <a:buFont typeface="Arial" pitchFamily="34" charset="0"/>
              <a:buNone/>
              <a:defRPr sz="1000" kern="1200">
                <a:solidFill>
                  <a:schemeClr val="tx1"/>
                </a:solidFill>
                <a:latin typeface="+mn-lt"/>
                <a:ea typeface="+mn-ea"/>
                <a:cs typeface="+mn-cs"/>
              </a:defRPr>
            </a:lvl7pPr>
            <a:lvl8pPr marL="3650376" indent="0" algn="l" defTabSz="1042965" rtl="0" eaLnBrk="1" latinLnBrk="0" hangingPunct="1">
              <a:spcBef>
                <a:spcPct val="20000"/>
              </a:spcBef>
              <a:buFont typeface="Arial" pitchFamily="34" charset="0"/>
              <a:buNone/>
              <a:defRPr sz="1000" kern="1200">
                <a:solidFill>
                  <a:schemeClr val="tx1"/>
                </a:solidFill>
                <a:latin typeface="+mn-lt"/>
                <a:ea typeface="+mn-ea"/>
                <a:cs typeface="+mn-cs"/>
              </a:defRPr>
            </a:lvl8pPr>
            <a:lvl9pPr marL="4171859" indent="0" algn="l" defTabSz="1042965" rtl="0" eaLnBrk="1" latinLnBrk="0" hangingPunct="1">
              <a:spcBef>
                <a:spcPct val="20000"/>
              </a:spcBef>
              <a:buFont typeface="Arial" pitchFamily="34" charset="0"/>
              <a:buNone/>
              <a:defRPr sz="1000" kern="1200">
                <a:solidFill>
                  <a:schemeClr val="tx1"/>
                </a:solidFill>
                <a:latin typeface="+mn-lt"/>
                <a:ea typeface="+mn-ea"/>
                <a:cs typeface="+mn-cs"/>
              </a:defRPr>
            </a:lvl9pPr>
          </a:lstStyle>
          <a:p>
            <a:r>
              <a:rPr lang="en-US" dirty="0"/>
              <a:t>Base </a:t>
            </a:r>
            <a:r>
              <a:rPr lang="en-US" dirty="0" err="1"/>
              <a:t>DiD</a:t>
            </a:r>
            <a:r>
              <a:rPr lang="en-US" dirty="0"/>
              <a:t> model</a:t>
            </a:r>
          </a:p>
        </p:txBody>
      </p:sp>
    </p:spTree>
    <p:extLst>
      <p:ext uri="{BB962C8B-B14F-4D97-AF65-F5344CB8AC3E}">
        <p14:creationId xmlns:p14="http://schemas.microsoft.com/office/powerpoint/2010/main" val="831762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08087B4-43BC-CA85-51A5-3885CFB1DC6F}"/>
              </a:ext>
            </a:extLst>
          </p:cNvPr>
          <p:cNvSpPr>
            <a:spLocks noGrp="1"/>
          </p:cNvSpPr>
          <p:nvPr>
            <p:ph type="body" sz="half" idx="2"/>
          </p:nvPr>
        </p:nvSpPr>
        <p:spPr>
          <a:xfrm>
            <a:off x="678532" y="1039979"/>
            <a:ext cx="6350496" cy="1066800"/>
          </a:xfrm>
        </p:spPr>
        <p:txBody>
          <a:bodyPr/>
          <a:lstStyle/>
          <a:p>
            <a:r>
              <a:rPr lang="en-US" dirty="0"/>
              <a:t>Propensity score matching</a:t>
            </a:r>
          </a:p>
        </p:txBody>
      </p:sp>
      <p:sp>
        <p:nvSpPr>
          <p:cNvPr id="4" name="Date Placeholder 3">
            <a:extLst>
              <a:ext uri="{FF2B5EF4-FFF2-40B4-BE49-F238E27FC236}">
                <a16:creationId xmlns:a16="http://schemas.microsoft.com/office/drawing/2014/main" id="{802D324C-51CE-8358-E28F-958B1B159D6D}"/>
              </a:ext>
            </a:extLst>
          </p:cNvPr>
          <p:cNvSpPr>
            <a:spLocks noGrp="1"/>
          </p:cNvSpPr>
          <p:nvPr>
            <p:ph type="dt" sz="half" idx="14"/>
          </p:nvPr>
        </p:nvSpPr>
        <p:spPr/>
        <p:txBody>
          <a:bodyPr/>
          <a:lstStyle/>
          <a:p>
            <a:r>
              <a:rPr lang="en-US"/>
              <a:t>The Impact of COVID-19 Restrictions on the Employment of Workers with Disabilities</a:t>
            </a:r>
            <a:endParaRPr lang="en-US" dirty="0"/>
          </a:p>
        </p:txBody>
      </p:sp>
      <p:sp>
        <p:nvSpPr>
          <p:cNvPr id="5" name="Title 4">
            <a:extLst>
              <a:ext uri="{FF2B5EF4-FFF2-40B4-BE49-F238E27FC236}">
                <a16:creationId xmlns:a16="http://schemas.microsoft.com/office/drawing/2014/main" id="{4BA124D3-6C68-AE52-4E27-963ED0ECCB4D}"/>
              </a:ext>
            </a:extLst>
          </p:cNvPr>
          <p:cNvSpPr>
            <a:spLocks noGrp="1"/>
          </p:cNvSpPr>
          <p:nvPr>
            <p:ph type="ctrTitle"/>
          </p:nvPr>
        </p:nvSpPr>
        <p:spPr/>
        <p:txBody>
          <a:bodyPr/>
          <a:lstStyle/>
          <a:p>
            <a:r>
              <a:rPr lang="en-US" dirty="0"/>
              <a:t>Methodology</a:t>
            </a:r>
          </a:p>
        </p:txBody>
      </p:sp>
      <p:sp>
        <p:nvSpPr>
          <p:cNvPr id="6" name="Slide Number Placeholder 5">
            <a:extLst>
              <a:ext uri="{FF2B5EF4-FFF2-40B4-BE49-F238E27FC236}">
                <a16:creationId xmlns:a16="http://schemas.microsoft.com/office/drawing/2014/main" id="{39F049B8-6635-44E3-DD34-29C2BC10AB85}"/>
              </a:ext>
            </a:extLst>
          </p:cNvPr>
          <p:cNvSpPr>
            <a:spLocks noGrp="1"/>
          </p:cNvSpPr>
          <p:nvPr>
            <p:ph type="sldNum" sz="quarter" idx="12"/>
          </p:nvPr>
        </p:nvSpPr>
        <p:spPr/>
        <p:txBody>
          <a:bodyPr/>
          <a:lstStyle/>
          <a:p>
            <a:fld id="{A5520658-BAFE-47DF-9143-2658ED8FD06B}" type="slidenum">
              <a:rPr lang="en-US" smtClean="0"/>
              <a:pPr/>
              <a:t>7</a:t>
            </a:fld>
            <a:endParaRPr lang="en-US" dirty="0"/>
          </a:p>
        </p:txBody>
      </p:sp>
      <p:sp>
        <p:nvSpPr>
          <p:cNvPr id="7" name="Footer Placeholder 6">
            <a:extLst>
              <a:ext uri="{FF2B5EF4-FFF2-40B4-BE49-F238E27FC236}">
                <a16:creationId xmlns:a16="http://schemas.microsoft.com/office/drawing/2014/main" id="{54FCDB17-56E9-DB1B-256B-88B4228D4BFF}"/>
              </a:ext>
            </a:extLst>
          </p:cNvPr>
          <p:cNvSpPr>
            <a:spLocks noGrp="1"/>
          </p:cNvSpPr>
          <p:nvPr>
            <p:ph type="ftr" sz="quarter" idx="11"/>
          </p:nvPr>
        </p:nvSpPr>
        <p:spPr/>
        <p:txBody>
          <a:bodyPr/>
          <a:lstStyle/>
          <a:p>
            <a:r>
              <a:rPr lang="en-US"/>
              <a:t>Second pre-defense</a:t>
            </a:r>
            <a:endParaRPr lang="en-US" dirty="0"/>
          </a:p>
        </p:txBody>
      </p:sp>
      <p:graphicFrame>
        <p:nvGraphicFramePr>
          <p:cNvPr id="8" name="Table 7">
            <a:extLst>
              <a:ext uri="{FF2B5EF4-FFF2-40B4-BE49-F238E27FC236}">
                <a16:creationId xmlns:a16="http://schemas.microsoft.com/office/drawing/2014/main" id="{E361B634-8343-E864-E57A-29465F4C947C}"/>
              </a:ext>
            </a:extLst>
          </p:cNvPr>
          <p:cNvGraphicFramePr>
            <a:graphicFrameLocks noGrp="1"/>
          </p:cNvGraphicFramePr>
          <p:nvPr>
            <p:extLst>
              <p:ext uri="{D42A27DB-BD31-4B8C-83A1-F6EECF244321}">
                <p14:modId xmlns:p14="http://schemas.microsoft.com/office/powerpoint/2010/main" val="1895817353"/>
              </p:ext>
            </p:extLst>
          </p:nvPr>
        </p:nvGraphicFramePr>
        <p:xfrm>
          <a:off x="693812" y="2682965"/>
          <a:ext cx="4695228" cy="1566607"/>
        </p:xfrm>
        <a:graphic>
          <a:graphicData uri="http://schemas.openxmlformats.org/drawingml/2006/table">
            <a:tbl>
              <a:tblPr firstRow="1" firstCol="1" bandRow="1">
                <a:tableStyleId>{9D7B26C5-4107-4FEC-AEDC-1716B250A1EF}</a:tableStyleId>
              </a:tblPr>
              <a:tblGrid>
                <a:gridCol w="1565076">
                  <a:extLst>
                    <a:ext uri="{9D8B030D-6E8A-4147-A177-3AD203B41FA5}">
                      <a16:colId xmlns:a16="http://schemas.microsoft.com/office/drawing/2014/main" val="2128478020"/>
                    </a:ext>
                  </a:extLst>
                </a:gridCol>
                <a:gridCol w="1565076">
                  <a:extLst>
                    <a:ext uri="{9D8B030D-6E8A-4147-A177-3AD203B41FA5}">
                      <a16:colId xmlns:a16="http://schemas.microsoft.com/office/drawing/2014/main" val="630435088"/>
                    </a:ext>
                  </a:extLst>
                </a:gridCol>
                <a:gridCol w="1565076">
                  <a:extLst>
                    <a:ext uri="{9D8B030D-6E8A-4147-A177-3AD203B41FA5}">
                      <a16:colId xmlns:a16="http://schemas.microsoft.com/office/drawing/2014/main" val="358654290"/>
                    </a:ext>
                  </a:extLst>
                </a:gridCol>
              </a:tblGrid>
              <a:tr h="437564">
                <a:tc>
                  <a:txBody>
                    <a:bodyPr/>
                    <a:lstStyle/>
                    <a:p>
                      <a:pPr marL="0" marR="0" algn="just">
                        <a:lnSpc>
                          <a:spcPct val="150000"/>
                        </a:lnSpc>
                      </a:pPr>
                      <a:r>
                        <a:rPr lang="en-US" sz="1400" dirty="0">
                          <a:effectLst/>
                        </a:rPr>
                        <a:t> </a:t>
                      </a:r>
                      <a:endParaRPr lang="en-US" sz="14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lnSpc>
                          <a:spcPct val="150000"/>
                        </a:lnSpc>
                      </a:pPr>
                      <a:r>
                        <a:rPr lang="ru-RU" sz="1400" dirty="0" err="1">
                          <a:effectLst/>
                        </a:rPr>
                        <a:t>count</a:t>
                      </a:r>
                      <a:endParaRPr lang="en-US" sz="14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lnSpc>
                          <a:spcPct val="150000"/>
                        </a:lnSpc>
                      </a:pPr>
                      <a:r>
                        <a:rPr lang="ru-RU" sz="1400" dirty="0" err="1">
                          <a:effectLst/>
                        </a:rPr>
                        <a:t>percentage</a:t>
                      </a:r>
                      <a:endParaRPr lang="en-US" sz="14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601537008"/>
                  </a:ext>
                </a:extLst>
              </a:tr>
              <a:tr h="527253">
                <a:tc>
                  <a:txBody>
                    <a:bodyPr/>
                    <a:lstStyle/>
                    <a:p>
                      <a:pPr marL="0" marR="0" algn="just">
                        <a:lnSpc>
                          <a:spcPct val="150000"/>
                        </a:lnSpc>
                      </a:pPr>
                      <a:r>
                        <a:rPr lang="ru-RU" sz="1400">
                          <a:effectLst/>
                        </a:rPr>
                        <a:t>disabled</a:t>
                      </a:r>
                      <a:endParaRPr lang="en-US"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lnSpc>
                          <a:spcPct val="150000"/>
                        </a:lnSpc>
                      </a:pPr>
                      <a:r>
                        <a:rPr lang="ru-RU" sz="1400" dirty="0">
                          <a:effectLst/>
                        </a:rPr>
                        <a:t>882</a:t>
                      </a:r>
                      <a:r>
                        <a:rPr lang="en-US" sz="1400" dirty="0">
                          <a:effectLst/>
                        </a:rPr>
                        <a:t> </a:t>
                      </a:r>
                      <a:r>
                        <a:rPr lang="ru-RU" sz="1400" dirty="0">
                          <a:effectLst/>
                        </a:rPr>
                        <a:t> </a:t>
                      </a:r>
                      <a:endParaRPr lang="en-US" sz="14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lnSpc>
                          <a:spcPct val="150000"/>
                        </a:lnSpc>
                      </a:pPr>
                      <a:r>
                        <a:rPr lang="ru-RU" sz="1400" dirty="0">
                          <a:effectLst/>
                        </a:rPr>
                        <a:t>3%</a:t>
                      </a:r>
                      <a:r>
                        <a:rPr lang="en-US" sz="1400" dirty="0">
                          <a:effectLst/>
                        </a:rPr>
                        <a:t> </a:t>
                      </a:r>
                      <a:endParaRPr lang="en-US" sz="14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22190670"/>
                  </a:ext>
                </a:extLst>
              </a:tr>
              <a:tr h="527253">
                <a:tc>
                  <a:txBody>
                    <a:bodyPr/>
                    <a:lstStyle/>
                    <a:p>
                      <a:pPr marL="0" marR="0" algn="just">
                        <a:lnSpc>
                          <a:spcPct val="150000"/>
                        </a:lnSpc>
                      </a:pPr>
                      <a:r>
                        <a:rPr lang="ru-RU" sz="1400">
                          <a:effectLst/>
                        </a:rPr>
                        <a:t>Non-disabled </a:t>
                      </a:r>
                      <a:endParaRPr lang="en-US"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lnSpc>
                          <a:spcPct val="150000"/>
                        </a:lnSpc>
                      </a:pPr>
                      <a:r>
                        <a:rPr lang="ru-RU" sz="1400" dirty="0">
                          <a:effectLst/>
                        </a:rPr>
                        <a:t>27628</a:t>
                      </a:r>
                      <a:r>
                        <a:rPr lang="en-US" sz="1400" dirty="0">
                          <a:effectLst/>
                        </a:rPr>
                        <a:t> </a:t>
                      </a:r>
                      <a:r>
                        <a:rPr lang="ru-RU" sz="1400" dirty="0">
                          <a:effectLst/>
                        </a:rPr>
                        <a:t> </a:t>
                      </a:r>
                      <a:endParaRPr lang="en-US" sz="14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lgn="just" defTabSz="1042965" rtl="0" eaLnBrk="1" fontAlgn="auto" latinLnBrk="0" hangingPunct="1">
                        <a:lnSpc>
                          <a:spcPct val="150000"/>
                        </a:lnSpc>
                        <a:spcBef>
                          <a:spcPts val="0"/>
                        </a:spcBef>
                        <a:spcAft>
                          <a:spcPts val="0"/>
                        </a:spcAft>
                        <a:buClrTx/>
                        <a:buSzTx/>
                        <a:buFontTx/>
                        <a:buNone/>
                        <a:tabLst/>
                        <a:defRPr/>
                      </a:pPr>
                      <a:r>
                        <a:rPr lang="ru-RU" sz="1400" dirty="0">
                          <a:effectLst/>
                        </a:rPr>
                        <a:t>97%</a:t>
                      </a:r>
                      <a:endParaRPr lang="en-US" sz="1400" dirty="0">
                        <a:effectLst/>
                        <a:latin typeface="Times New Roman" panose="02020603050405020304" pitchFamily="18" charset="0"/>
                        <a:ea typeface="Times New Roman" panose="02020603050405020304" pitchFamily="18" charset="0"/>
                      </a:endParaRPr>
                    </a:p>
                    <a:p>
                      <a:pPr marL="0" marR="0" algn="just">
                        <a:lnSpc>
                          <a:spcPct val="150000"/>
                        </a:lnSpc>
                      </a:pPr>
                      <a:endParaRPr lang="en-US" sz="14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741418583"/>
                  </a:ext>
                </a:extLst>
              </a:tr>
            </a:tbl>
          </a:graphicData>
        </a:graphic>
      </p:graphicFrame>
      <p:sp>
        <p:nvSpPr>
          <p:cNvPr id="9" name="TextBox 8">
            <a:extLst>
              <a:ext uri="{FF2B5EF4-FFF2-40B4-BE49-F238E27FC236}">
                <a16:creationId xmlns:a16="http://schemas.microsoft.com/office/drawing/2014/main" id="{956EA1B0-B411-4404-280B-6DED0D2B1068}"/>
              </a:ext>
            </a:extLst>
          </p:cNvPr>
          <p:cNvSpPr txBox="1"/>
          <p:nvPr/>
        </p:nvSpPr>
        <p:spPr>
          <a:xfrm>
            <a:off x="5590356" y="5157192"/>
            <a:ext cx="6264696" cy="1169551"/>
          </a:xfrm>
          <a:prstGeom prst="rect">
            <a:avLst/>
          </a:prstGeom>
          <a:noFill/>
        </p:spPr>
        <p:txBody>
          <a:bodyPr wrap="square" rtlCol="0">
            <a:spAutoFit/>
          </a:bodyPr>
          <a:lstStyle/>
          <a:p>
            <a:r>
              <a:rPr lang="en-US" sz="1400" kern="0" dirty="0">
                <a:effectLst/>
                <a:ea typeface="Times New Roman" panose="02020603050405020304" pitchFamily="18" charset="0"/>
              </a:rPr>
              <a:t>key assumption in </a:t>
            </a:r>
            <a:r>
              <a:rPr lang="en-US" sz="1400" kern="0" dirty="0" err="1">
                <a:effectLst/>
                <a:ea typeface="Times New Roman" panose="02020603050405020304" pitchFamily="18" charset="0"/>
              </a:rPr>
              <a:t>DiD</a:t>
            </a:r>
            <a:r>
              <a:rPr lang="en-US" sz="1400" kern="0" dirty="0">
                <a:effectLst/>
                <a:ea typeface="Times New Roman" panose="02020603050405020304" pitchFamily="18" charset="0"/>
              </a:rPr>
              <a:t> is the parallel trends assumption, which requires that, in the absence of treatment, the treatment and control groups would follow similar trends over time. Unbalanced groups—where the treatment and control groups differ significantly in size, composition, or pre-treatment characteristics—can severely violate this assumption, leading to biased estimates</a:t>
            </a:r>
            <a:endParaRPr lang="en-US" sz="1800" dirty="0"/>
          </a:p>
        </p:txBody>
      </p:sp>
      <p:sp>
        <p:nvSpPr>
          <p:cNvPr id="10" name="TextBox 9">
            <a:extLst>
              <a:ext uri="{FF2B5EF4-FFF2-40B4-BE49-F238E27FC236}">
                <a16:creationId xmlns:a16="http://schemas.microsoft.com/office/drawing/2014/main" id="{152A2095-5EEA-8DE2-23EE-A445BBA803DF}"/>
              </a:ext>
            </a:extLst>
          </p:cNvPr>
          <p:cNvSpPr txBox="1"/>
          <p:nvPr/>
        </p:nvSpPr>
        <p:spPr>
          <a:xfrm>
            <a:off x="837828" y="2276872"/>
            <a:ext cx="2485942" cy="415498"/>
          </a:xfrm>
          <a:prstGeom prst="rect">
            <a:avLst/>
          </a:prstGeom>
          <a:noFill/>
        </p:spPr>
        <p:txBody>
          <a:bodyPr wrap="square" rtlCol="0">
            <a:spAutoFit/>
          </a:bodyPr>
          <a:lstStyle/>
          <a:p>
            <a:r>
              <a:rPr lang="en-US" dirty="0"/>
              <a:t>Before PSM</a:t>
            </a:r>
          </a:p>
        </p:txBody>
      </p:sp>
      <p:graphicFrame>
        <p:nvGraphicFramePr>
          <p:cNvPr id="11" name="Table 10">
            <a:extLst>
              <a:ext uri="{FF2B5EF4-FFF2-40B4-BE49-F238E27FC236}">
                <a16:creationId xmlns:a16="http://schemas.microsoft.com/office/drawing/2014/main" id="{E39AFE0E-28B0-0F14-67FE-403578E7507F}"/>
              </a:ext>
            </a:extLst>
          </p:cNvPr>
          <p:cNvGraphicFramePr>
            <a:graphicFrameLocks noGrp="1"/>
          </p:cNvGraphicFramePr>
          <p:nvPr>
            <p:extLst>
              <p:ext uri="{D42A27DB-BD31-4B8C-83A1-F6EECF244321}">
                <p14:modId xmlns:p14="http://schemas.microsoft.com/office/powerpoint/2010/main" val="3841195140"/>
              </p:ext>
            </p:extLst>
          </p:nvPr>
        </p:nvGraphicFramePr>
        <p:xfrm>
          <a:off x="693812" y="4825694"/>
          <a:ext cx="4695228" cy="1492070"/>
        </p:xfrm>
        <a:graphic>
          <a:graphicData uri="http://schemas.openxmlformats.org/drawingml/2006/table">
            <a:tbl>
              <a:tblPr firstRow="1" firstCol="1" bandRow="1">
                <a:tableStyleId>{9D7B26C5-4107-4FEC-AEDC-1716B250A1EF}</a:tableStyleId>
              </a:tblPr>
              <a:tblGrid>
                <a:gridCol w="1565076">
                  <a:extLst>
                    <a:ext uri="{9D8B030D-6E8A-4147-A177-3AD203B41FA5}">
                      <a16:colId xmlns:a16="http://schemas.microsoft.com/office/drawing/2014/main" val="2128478020"/>
                    </a:ext>
                  </a:extLst>
                </a:gridCol>
                <a:gridCol w="1565076">
                  <a:extLst>
                    <a:ext uri="{9D8B030D-6E8A-4147-A177-3AD203B41FA5}">
                      <a16:colId xmlns:a16="http://schemas.microsoft.com/office/drawing/2014/main" val="630435088"/>
                    </a:ext>
                  </a:extLst>
                </a:gridCol>
                <a:gridCol w="1565076">
                  <a:extLst>
                    <a:ext uri="{9D8B030D-6E8A-4147-A177-3AD203B41FA5}">
                      <a16:colId xmlns:a16="http://schemas.microsoft.com/office/drawing/2014/main" val="358654290"/>
                    </a:ext>
                  </a:extLst>
                </a:gridCol>
              </a:tblGrid>
              <a:tr h="437564">
                <a:tc>
                  <a:txBody>
                    <a:bodyPr/>
                    <a:lstStyle/>
                    <a:p>
                      <a:pPr marL="0" marR="0" algn="just">
                        <a:lnSpc>
                          <a:spcPct val="150000"/>
                        </a:lnSpc>
                      </a:pPr>
                      <a:r>
                        <a:rPr lang="en-US" sz="1400" dirty="0">
                          <a:effectLst/>
                        </a:rPr>
                        <a:t> </a:t>
                      </a:r>
                      <a:endParaRPr lang="en-US" sz="14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lnSpc>
                          <a:spcPct val="150000"/>
                        </a:lnSpc>
                      </a:pPr>
                      <a:r>
                        <a:rPr lang="ru-RU" sz="1400" dirty="0" err="1">
                          <a:effectLst/>
                        </a:rPr>
                        <a:t>count</a:t>
                      </a:r>
                      <a:endParaRPr lang="en-US" sz="14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lnSpc>
                          <a:spcPct val="150000"/>
                        </a:lnSpc>
                      </a:pPr>
                      <a:r>
                        <a:rPr lang="ru-RU" sz="1400" dirty="0" err="1">
                          <a:effectLst/>
                        </a:rPr>
                        <a:t>percentage</a:t>
                      </a:r>
                      <a:endParaRPr lang="en-US" sz="14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601537008"/>
                  </a:ext>
                </a:extLst>
              </a:tr>
              <a:tr h="527253">
                <a:tc>
                  <a:txBody>
                    <a:bodyPr/>
                    <a:lstStyle/>
                    <a:p>
                      <a:pPr marL="0" marR="0" algn="just">
                        <a:lnSpc>
                          <a:spcPct val="150000"/>
                        </a:lnSpc>
                      </a:pPr>
                      <a:r>
                        <a:rPr lang="ru-RU" sz="1400">
                          <a:effectLst/>
                        </a:rPr>
                        <a:t>disabled</a:t>
                      </a:r>
                      <a:endParaRPr lang="en-US"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lnSpc>
                          <a:spcPct val="150000"/>
                        </a:lnSpc>
                      </a:pPr>
                      <a:r>
                        <a:rPr lang="ru-RU" sz="1400" dirty="0">
                          <a:effectLst/>
                          <a:latin typeface="+mn-lt"/>
                          <a:ea typeface="Lucida Sans Unicode" panose="020B0602030504020204" pitchFamily="34" charset="0"/>
                        </a:rPr>
                        <a:t>503</a:t>
                      </a:r>
                      <a:r>
                        <a:rPr lang="en-US" sz="1400" dirty="0">
                          <a:effectLst/>
                          <a:latin typeface="+mn-lt"/>
                          <a:ea typeface="Lucida Sans Unicode" panose="020B0602030504020204" pitchFamily="34" charset="0"/>
                        </a:rPr>
                        <a:t> </a:t>
                      </a:r>
                      <a:r>
                        <a:rPr lang="ru-RU" sz="1400" dirty="0">
                          <a:effectLst/>
                          <a:latin typeface="+mn-lt"/>
                          <a:ea typeface="Times New Roman" panose="02020603050405020304" pitchFamily="18" charset="0"/>
                        </a:rPr>
                        <a:t> </a:t>
                      </a:r>
                      <a:endParaRPr lang="en-US" sz="1400" dirty="0">
                        <a:effectLst/>
                        <a:latin typeface="+mn-lt"/>
                        <a:ea typeface="Times New Roman" panose="02020603050405020304" pitchFamily="18" charset="0"/>
                      </a:endParaRPr>
                    </a:p>
                  </a:txBody>
                  <a:tcPr marL="68580" marR="68580" marT="0" marB="0"/>
                </a:tc>
                <a:tc>
                  <a:txBody>
                    <a:bodyPr/>
                    <a:lstStyle/>
                    <a:p>
                      <a:r>
                        <a:rPr lang="ru-RU" sz="1400">
                          <a:effectLst/>
                          <a:latin typeface="+mn-lt"/>
                          <a:ea typeface="Lucida Sans Unicode" panose="020B0602030504020204" pitchFamily="34" charset="0"/>
                        </a:rPr>
                        <a:t>36%</a:t>
                      </a:r>
                      <a:endParaRPr lang="en-US" sz="1400">
                        <a:effectLst/>
                        <a:latin typeface="+mn-lt"/>
                        <a:ea typeface="Lucida Sans Unicode" panose="020B0602030504020204" pitchFamily="34" charset="0"/>
                      </a:endParaRPr>
                    </a:p>
                  </a:txBody>
                  <a:tcPr marL="68580" marR="68580" marT="0" marB="0"/>
                </a:tc>
                <a:extLst>
                  <a:ext uri="{0D108BD9-81ED-4DB2-BD59-A6C34878D82A}">
                    <a16:rowId xmlns:a16="http://schemas.microsoft.com/office/drawing/2014/main" val="422190670"/>
                  </a:ext>
                </a:extLst>
              </a:tr>
              <a:tr h="527253">
                <a:tc>
                  <a:txBody>
                    <a:bodyPr/>
                    <a:lstStyle/>
                    <a:p>
                      <a:pPr marL="0" marR="0" algn="just">
                        <a:lnSpc>
                          <a:spcPct val="150000"/>
                        </a:lnSpc>
                      </a:pPr>
                      <a:r>
                        <a:rPr lang="ru-RU" sz="1400">
                          <a:effectLst/>
                        </a:rPr>
                        <a:t>Non-disabled </a:t>
                      </a:r>
                      <a:endParaRPr lang="en-US"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lnSpc>
                          <a:spcPct val="150000"/>
                        </a:lnSpc>
                      </a:pPr>
                      <a:r>
                        <a:rPr lang="ru-RU" sz="1400">
                          <a:effectLst/>
                          <a:latin typeface="+mn-lt"/>
                          <a:ea typeface="Lucida Sans Unicode" panose="020B0602030504020204" pitchFamily="34" charset="0"/>
                        </a:rPr>
                        <a:t>898</a:t>
                      </a:r>
                      <a:r>
                        <a:rPr lang="en-US" sz="1400">
                          <a:effectLst/>
                          <a:latin typeface="+mn-lt"/>
                          <a:ea typeface="Lucida Sans Unicode" panose="020B0602030504020204" pitchFamily="34" charset="0"/>
                        </a:rPr>
                        <a:t> </a:t>
                      </a:r>
                      <a:r>
                        <a:rPr lang="ru-RU" sz="1400">
                          <a:effectLst/>
                          <a:latin typeface="+mn-lt"/>
                          <a:ea typeface="Times New Roman" panose="02020603050405020304" pitchFamily="18" charset="0"/>
                        </a:rPr>
                        <a:t> </a:t>
                      </a:r>
                      <a:endParaRPr lang="en-US" sz="1400">
                        <a:effectLst/>
                        <a:latin typeface="+mn-lt"/>
                        <a:ea typeface="Times New Roman" panose="02020603050405020304" pitchFamily="18" charset="0"/>
                      </a:endParaRPr>
                    </a:p>
                  </a:txBody>
                  <a:tcPr marL="68580" marR="68580" marT="0" marB="0"/>
                </a:tc>
                <a:tc>
                  <a:txBody>
                    <a:bodyPr/>
                    <a:lstStyle/>
                    <a:p>
                      <a:pPr marL="0" marR="0" algn="just">
                        <a:lnSpc>
                          <a:spcPct val="150000"/>
                        </a:lnSpc>
                      </a:pPr>
                      <a:r>
                        <a:rPr lang="ru-RU" sz="1400" dirty="0">
                          <a:effectLst/>
                          <a:latin typeface="+mn-lt"/>
                          <a:ea typeface="Times New Roman" panose="02020603050405020304" pitchFamily="18" charset="0"/>
                        </a:rPr>
                        <a:t>64%</a:t>
                      </a:r>
                      <a:endParaRPr lang="en-US" sz="1400" dirty="0">
                        <a:effectLst/>
                        <a:latin typeface="+mn-lt"/>
                        <a:ea typeface="Times New Roman" panose="02020603050405020304" pitchFamily="18" charset="0"/>
                      </a:endParaRPr>
                    </a:p>
                  </a:txBody>
                  <a:tcPr marL="68580" marR="68580" marT="0" marB="0"/>
                </a:tc>
                <a:extLst>
                  <a:ext uri="{0D108BD9-81ED-4DB2-BD59-A6C34878D82A}">
                    <a16:rowId xmlns:a16="http://schemas.microsoft.com/office/drawing/2014/main" val="2741418583"/>
                  </a:ext>
                </a:extLst>
              </a:tr>
            </a:tbl>
          </a:graphicData>
        </a:graphic>
      </p:graphicFrame>
      <p:sp>
        <p:nvSpPr>
          <p:cNvPr id="12" name="TextBox 11">
            <a:extLst>
              <a:ext uri="{FF2B5EF4-FFF2-40B4-BE49-F238E27FC236}">
                <a16:creationId xmlns:a16="http://schemas.microsoft.com/office/drawing/2014/main" id="{57A6A87A-F080-A29D-510A-9CF013E7EAB1}"/>
              </a:ext>
            </a:extLst>
          </p:cNvPr>
          <p:cNvSpPr txBox="1"/>
          <p:nvPr/>
        </p:nvSpPr>
        <p:spPr>
          <a:xfrm>
            <a:off x="837828" y="4419601"/>
            <a:ext cx="2485942" cy="415498"/>
          </a:xfrm>
          <a:prstGeom prst="rect">
            <a:avLst/>
          </a:prstGeom>
          <a:noFill/>
        </p:spPr>
        <p:txBody>
          <a:bodyPr wrap="square" rtlCol="0">
            <a:spAutoFit/>
          </a:bodyPr>
          <a:lstStyle/>
          <a:p>
            <a:r>
              <a:rPr lang="en-US" dirty="0"/>
              <a:t>After PSM</a:t>
            </a:r>
          </a:p>
        </p:txBody>
      </p:sp>
      <p:pic>
        <p:nvPicPr>
          <p:cNvPr id="13" name="Picture 12" descr="A graph of distribution of propensity scores&#10;&#10;AI-generated content may be incorrect.">
            <a:extLst>
              <a:ext uri="{FF2B5EF4-FFF2-40B4-BE49-F238E27FC236}">
                <a16:creationId xmlns:a16="http://schemas.microsoft.com/office/drawing/2014/main" id="{7E8C783B-82E2-6026-3B35-113891CFEEC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723747" y="1942236"/>
            <a:ext cx="3048000" cy="3048000"/>
          </a:xfrm>
          <a:prstGeom prst="rect">
            <a:avLst/>
          </a:prstGeom>
          <a:noFill/>
          <a:ln>
            <a:noFill/>
          </a:ln>
        </p:spPr>
      </p:pic>
      <p:pic>
        <p:nvPicPr>
          <p:cNvPr id="14" name="Picture 13" descr="A graph of different types of plots&#10;&#10;AI-generated content may be incorrect.">
            <a:extLst>
              <a:ext uri="{FF2B5EF4-FFF2-40B4-BE49-F238E27FC236}">
                <a16:creationId xmlns:a16="http://schemas.microsoft.com/office/drawing/2014/main" id="{E02D3604-C742-7F3E-063A-3172A771B66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722704" y="1829855"/>
            <a:ext cx="3048000" cy="3048000"/>
          </a:xfrm>
          <a:prstGeom prst="rect">
            <a:avLst/>
          </a:prstGeom>
          <a:noFill/>
          <a:ln>
            <a:noFill/>
          </a:ln>
        </p:spPr>
      </p:pic>
    </p:spTree>
    <p:extLst>
      <p:ext uri="{BB962C8B-B14F-4D97-AF65-F5344CB8AC3E}">
        <p14:creationId xmlns:p14="http://schemas.microsoft.com/office/powerpoint/2010/main" val="29538541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45052-D980-7BB6-FC10-AC3A8E33CC2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0C2D11F-CD59-DA23-7F18-BDF2582255B2}"/>
              </a:ext>
            </a:extLst>
          </p:cNvPr>
          <p:cNvSpPr>
            <a:spLocks noGrp="1"/>
          </p:cNvSpPr>
          <p:nvPr>
            <p:ph type="dt" sz="half" idx="14"/>
          </p:nvPr>
        </p:nvSpPr>
        <p:spPr/>
        <p:txBody>
          <a:bodyPr/>
          <a:lstStyle/>
          <a:p>
            <a:r>
              <a:rPr lang="en-US"/>
              <a:t>The Impact of COVID-19 Restrictions on the Employment of Workers with Disabilities</a:t>
            </a:r>
            <a:endParaRPr lang="en-US" dirty="0"/>
          </a:p>
        </p:txBody>
      </p:sp>
      <p:sp>
        <p:nvSpPr>
          <p:cNvPr id="5" name="Title 4">
            <a:extLst>
              <a:ext uri="{FF2B5EF4-FFF2-40B4-BE49-F238E27FC236}">
                <a16:creationId xmlns:a16="http://schemas.microsoft.com/office/drawing/2014/main" id="{752AD622-EBC6-53DE-7877-8CBC9CBC35CC}"/>
              </a:ext>
            </a:extLst>
          </p:cNvPr>
          <p:cNvSpPr>
            <a:spLocks noGrp="1"/>
          </p:cNvSpPr>
          <p:nvPr>
            <p:ph type="ctrTitle"/>
          </p:nvPr>
        </p:nvSpPr>
        <p:spPr/>
        <p:txBody>
          <a:bodyPr/>
          <a:lstStyle/>
          <a:p>
            <a:r>
              <a:rPr lang="en-US" dirty="0"/>
              <a:t>Results</a:t>
            </a:r>
          </a:p>
        </p:txBody>
      </p:sp>
      <p:sp>
        <p:nvSpPr>
          <p:cNvPr id="6" name="Slide Number Placeholder 5">
            <a:extLst>
              <a:ext uri="{FF2B5EF4-FFF2-40B4-BE49-F238E27FC236}">
                <a16:creationId xmlns:a16="http://schemas.microsoft.com/office/drawing/2014/main" id="{F778100B-5284-2D17-7162-FE0FE02F4E66}"/>
              </a:ext>
            </a:extLst>
          </p:cNvPr>
          <p:cNvSpPr>
            <a:spLocks noGrp="1"/>
          </p:cNvSpPr>
          <p:nvPr>
            <p:ph type="sldNum" sz="quarter" idx="12"/>
          </p:nvPr>
        </p:nvSpPr>
        <p:spPr/>
        <p:txBody>
          <a:bodyPr/>
          <a:lstStyle/>
          <a:p>
            <a:fld id="{A5520658-BAFE-47DF-9143-2658ED8FD06B}" type="slidenum">
              <a:rPr lang="en-US" smtClean="0"/>
              <a:pPr/>
              <a:t>8</a:t>
            </a:fld>
            <a:endParaRPr lang="en-US" dirty="0"/>
          </a:p>
        </p:txBody>
      </p:sp>
      <p:sp>
        <p:nvSpPr>
          <p:cNvPr id="7" name="Footer Placeholder 6">
            <a:extLst>
              <a:ext uri="{FF2B5EF4-FFF2-40B4-BE49-F238E27FC236}">
                <a16:creationId xmlns:a16="http://schemas.microsoft.com/office/drawing/2014/main" id="{5C8E6487-EDBD-87AC-2A43-30EB2A4159C1}"/>
              </a:ext>
            </a:extLst>
          </p:cNvPr>
          <p:cNvSpPr>
            <a:spLocks noGrp="1"/>
          </p:cNvSpPr>
          <p:nvPr>
            <p:ph type="ftr" sz="quarter" idx="11"/>
          </p:nvPr>
        </p:nvSpPr>
        <p:spPr/>
        <p:txBody>
          <a:bodyPr/>
          <a:lstStyle/>
          <a:p>
            <a:r>
              <a:rPr lang="en-US"/>
              <a:t>Second pre-defense</a:t>
            </a:r>
            <a:endParaRPr lang="en-US" dirty="0"/>
          </a:p>
        </p:txBody>
      </p:sp>
      <p:pic>
        <p:nvPicPr>
          <p:cNvPr id="8" name="Picture 7" descr="A screenshot of a computer&#10;&#10;AI-generated content may be incorrect.">
            <a:extLst>
              <a:ext uri="{FF2B5EF4-FFF2-40B4-BE49-F238E27FC236}">
                <a16:creationId xmlns:a16="http://schemas.microsoft.com/office/drawing/2014/main" id="{8525EC03-2B7C-38F0-925D-4FDC89589B1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3354" y="1143000"/>
            <a:ext cx="6408712" cy="3654489"/>
          </a:xfrm>
          <a:prstGeom prst="rect">
            <a:avLst/>
          </a:prstGeom>
        </p:spPr>
      </p:pic>
      <p:pic>
        <p:nvPicPr>
          <p:cNvPr id="14" name="Picture 13" descr="A screenshot of a computer&#10;&#10;AI-generated content may be incorrect.">
            <a:extLst>
              <a:ext uri="{FF2B5EF4-FFF2-40B4-BE49-F238E27FC236}">
                <a16:creationId xmlns:a16="http://schemas.microsoft.com/office/drawing/2014/main" id="{98F684AC-A39A-032D-6682-5E75BC17109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7497" y="4797489"/>
            <a:ext cx="5940425" cy="1875790"/>
          </a:xfrm>
          <a:prstGeom prst="rect">
            <a:avLst/>
          </a:prstGeom>
        </p:spPr>
      </p:pic>
      <p:pic>
        <p:nvPicPr>
          <p:cNvPr id="15" name="Picture 14" descr="A graph with numbers and lines&#10;&#10;AI-generated content may be incorrect.">
            <a:extLst>
              <a:ext uri="{FF2B5EF4-FFF2-40B4-BE49-F238E27FC236}">
                <a16:creationId xmlns:a16="http://schemas.microsoft.com/office/drawing/2014/main" id="{095A122E-C80C-0CE8-4FBA-3B45E016ED5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992065" y="1988840"/>
            <a:ext cx="4899025" cy="3289935"/>
          </a:xfrm>
          <a:prstGeom prst="rect">
            <a:avLst/>
          </a:prstGeom>
          <a:noFill/>
          <a:ln>
            <a:noFill/>
          </a:ln>
        </p:spPr>
      </p:pic>
    </p:spTree>
    <p:extLst>
      <p:ext uri="{BB962C8B-B14F-4D97-AF65-F5344CB8AC3E}">
        <p14:creationId xmlns:p14="http://schemas.microsoft.com/office/powerpoint/2010/main" val="3349932563"/>
      </p:ext>
    </p:extLst>
  </p:cSld>
  <p:clrMapOvr>
    <a:masterClrMapping/>
  </p:clrMapOvr>
</p:sld>
</file>

<file path=ppt/theme/theme1.xml><?xml version="1.0" encoding="utf-8"?>
<a:theme xmlns:a="http://schemas.openxmlformats.org/drawingml/2006/main" name="Presentation HSE template blanck build 3.3">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HSU public sans">
      <a:majorFont>
        <a:latin typeface="HSE Sans"/>
        <a:ea typeface=""/>
        <a:cs typeface=""/>
      </a:majorFont>
      <a:minorFont>
        <a:latin typeface="HSE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Control xmlns="http://schemas.microsoft.com/VisualStudio/2011/storyboarding/control">
  <Id Name="a4c52f95-3c2d-4232-9b0f-194692ef0c4d" Revision="1" Stencil="System.MyShapes" StencilVersion="1.0"/>
</Control>
</file>

<file path=customXml/itemProps1.xml><?xml version="1.0" encoding="utf-8"?>
<ds:datastoreItem xmlns:ds="http://schemas.openxmlformats.org/officeDocument/2006/customXml" ds:itemID="{D5BE0F4F-EF4A-47EF-93F2-6A8A63349242}">
  <ds:schemaRefs>
    <ds:schemaRef ds:uri="http://schemas.microsoft.com/VisualStudio/2011/storyboarding/control"/>
  </ds:schemaRefs>
</ds:datastoreItem>
</file>

<file path=docProps/app.xml><?xml version="1.0" encoding="utf-8"?>
<Properties xmlns="http://schemas.openxmlformats.org/officeDocument/2006/extended-properties" xmlns:vt="http://schemas.openxmlformats.org/officeDocument/2006/docPropsVTypes">
  <Template/>
  <TotalTime>373</TotalTime>
  <Words>732</Words>
  <Application>Microsoft Macintosh PowerPoint</Application>
  <PresentationFormat>Personnalisé</PresentationFormat>
  <Paragraphs>100</Paragraphs>
  <Slides>8</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8</vt:i4>
      </vt:variant>
    </vt:vector>
  </HeadingPairs>
  <TitlesOfParts>
    <vt:vector size="15" baseType="lpstr">
      <vt:lpstr>Arial</vt:lpstr>
      <vt:lpstr>Calibri</vt:lpstr>
      <vt:lpstr>Cambria Math</vt:lpstr>
      <vt:lpstr>HSE Sans</vt:lpstr>
      <vt:lpstr>Times New Roman</vt:lpstr>
      <vt:lpstr>Wingdings</vt:lpstr>
      <vt:lpstr>Presentation HSE template blanck build 3.3</vt:lpstr>
      <vt:lpstr>Présentation PowerPoint</vt:lpstr>
      <vt:lpstr>Agenda</vt:lpstr>
      <vt:lpstr>Problem outline</vt:lpstr>
      <vt:lpstr>Research design</vt:lpstr>
      <vt:lpstr>Theory overview</vt:lpstr>
      <vt:lpstr>Methodology</vt:lpstr>
      <vt:lpstr>Methodology</vt:lpstr>
      <vt:lpstr>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Дмитрий</dc:creator>
  <cp:lastModifiedBy>Матвеев Дмитрий</cp:lastModifiedBy>
  <cp:revision>13</cp:revision>
  <dcterms:created xsi:type="dcterms:W3CDTF">2022-02-28T19:04:03Z</dcterms:created>
  <dcterms:modified xsi:type="dcterms:W3CDTF">2026-05-12T13:28:29Z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fs.IsStoryboard">
    <vt:bool>true</vt:bool>
  </property>
</Properties>
</file>